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oVRRmsd1X7p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rEGevBAbxf1U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BUu75441_Oh_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2026-10-15T20:00:35Z</dcterms:created>
  <dcterms:modified xsi:type="dcterms:W3CDTF">2026-10-15T20:00:35Z</dcterms:modified>
</cp:coreProperties>
</file>