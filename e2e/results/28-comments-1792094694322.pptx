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hluLqALddl6V"/>
          <p:cNvSpPr/>
          <p:nvPr/>
        </p:nvSpPr>
        <p:spPr>
          <a:xfrm>
            <a:off x="609600" y="24765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FFDF00"/>
          </a:solidFill>
          <a:ln/>
        </p:spPr>
      </p:sp>
      <p:sp>
        <p:nvSpPr>
          <p:cNvPr id="3" name="pt:uYdarcuGPiHc"/>
          <p:cNvSpPr/>
          <p:nvPr/>
        </p:nvSpPr>
        <p:spPr>
          <a:xfrm>
            <a:off x="609600" y="2730500"/>
            <a:ext cx="877824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Untitled presentation</a:t>
            </a:r>
            <a:endParaRPr lang="en-US" sz="4200" dirty="0"/>
          </a:p>
        </p:txBody>
      </p:sp>
      <p:sp>
        <p:nvSpPr>
          <p:cNvPr id="4" name="pt:a0Z_1MSU2uwZ"/>
          <p:cNvSpPr/>
          <p:nvPr/>
        </p:nvSpPr>
        <p:spPr>
          <a:xfrm>
            <a:off x="609600" y="4508500"/>
            <a:ext cx="7680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3DCF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Click to edit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Comments deck</dc:title>
  <dc:subject>PptxGenJS Presentation</dc:subject>
  <dc:creator>PptxGenJS</dc:creator>
  <cp:lastModifiedBy>PptxGenJS</cp:lastModifiedBy>
  <cp:revision>1</cp:revision>
  <dcterms:created xsi:type="dcterms:W3CDTF">2026-10-15T20:04:54Z</dcterms:created>
  <dcterms:modified xsi:type="dcterms:W3CDTF">2026-10-15T20:04:54Z</dcterms:modified>
</cp:coreProperties>
</file>