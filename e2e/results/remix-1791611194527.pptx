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are sharing how Northwind delivers logistics software specifically designed to cut your delivery costs by eliminating waste in your fleet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Unplanned routes and missed drops account for nearly a quarter of fleet waste. Our logistics platform eliminates this friction immediately by automating dispatch in under sixty seconds, utilizing the existing hardware your drivers already carry.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combine an efficient four-step delivery flow—Import, Plan, Deliver, and Notify—with a tailored experience for mid-sized fleets. Unlike traditional enterprise software that takes months to launch, Northwind gets your operations running in a single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Please reach out via email or visit our website to see how Northwind can streamline your logistics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C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Uxnc21-bYt" descr="Graffiti-covered white van parked on a tree-lined city stre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Uxnc21-bY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W0AJCmde47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17BEBB"/>
          </a:solidFill>
          <a:ln/>
        </p:spPr>
      </p:sp>
      <p:sp>
        <p:nvSpPr>
          <p:cNvPr id="5" name="pt:9WoZeujapv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4100" dirty="0"/>
          </a:p>
        </p:txBody>
      </p:sp>
      <p:sp>
        <p:nvSpPr>
          <p:cNvPr id="6" name="pt:1ra3x47qOl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E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Addressing Delivery Spend Wasted on Empty Miles and Failed First Attempts</a:t>
            </a:r>
            <a:endParaRPr lang="en-US" sz="1600" dirty="0"/>
          </a:p>
        </p:txBody>
      </p:sp>
      <p:sp>
        <p:nvSpPr>
          <p:cNvPr id="7" name="pt:dDvL9T1X1m"/>
          <p:cNvSpPr/>
          <p:nvPr/>
        </p:nvSpPr>
        <p:spPr>
          <a:xfrm>
            <a:off x="412750" y="6451600"/>
            <a:ext cx="361950" cy="3619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</p:spPr>
      </p:sp>
      <p:pic>
        <p:nvPicPr>
          <p:cNvPr id="8" name="pt:UruKkmG1w8" descr="Journey Brand log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6496050"/>
            <a:ext cx="273050" cy="27305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7exZlXt0zd"/>
          <p:cNvSpPr/>
          <p:nvPr/>
        </p:nvSpPr>
        <p:spPr>
          <a:xfrm>
            <a:off x="0" y="228600"/>
            <a:ext cx="9144000" cy="12700"/>
          </a:xfrm>
          <a:prstGeom prst="rect">
            <a:avLst/>
          </a:prstGeom>
          <a:solidFill>
            <a:srgbClr val="392E2A"/>
          </a:solidFill>
          <a:ln/>
        </p:spPr>
      </p:sp>
      <p:sp>
        <p:nvSpPr>
          <p:cNvPr id="3" name="pt:zp53UFTsOK"/>
          <p:cNvSpPr/>
          <p:nvPr/>
        </p:nvSpPr>
        <p:spPr>
          <a:xfrm>
            <a:off x="457200" y="5080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0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Proposition &amp; </a:t>
            </a:r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7BEB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Solutions</a:t>
            </a:r>
            <a:endParaRPr lang="en-US" sz="2800" dirty="0"/>
          </a:p>
        </p:txBody>
      </p:sp>
      <p:sp>
        <p:nvSpPr>
          <p:cNvPr id="4" name="pt:K_k4j2H1uz"/>
          <p:cNvSpPr/>
          <p:nvPr/>
        </p:nvSpPr>
        <p:spPr>
          <a:xfrm>
            <a:off x="457200" y="1587500"/>
            <a:ext cx="3911600" cy="481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23% of delivery spend is wasted on empty miles and failed first attempts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7vdfy6lgRE" descr="Delivery van parked on an urban stre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  <p:sp>
        <p:nvSpPr>
          <p:cNvPr id="6" name="pt:JJUN3Eh20e"/>
          <p:cNvSpPr/>
          <p:nvPr/>
        </p:nvSpPr>
        <p:spPr>
          <a:xfrm>
            <a:off x="412750" y="6451600"/>
            <a:ext cx="361950" cy="3619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</p:spPr>
      </p:sp>
      <p:pic>
        <p:nvPicPr>
          <p:cNvPr id="7" name="pt:__4A2_m_wt" descr="Journey Brand log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6496050"/>
            <a:ext cx="273050" cy="27305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XL-uc_LZgB"/>
          <p:cNvSpPr/>
          <p:nvPr/>
        </p:nvSpPr>
        <p:spPr>
          <a:xfrm>
            <a:off x="0" y="228600"/>
            <a:ext cx="9144000" cy="12700"/>
          </a:xfrm>
          <a:prstGeom prst="rect">
            <a:avLst/>
          </a:prstGeom>
          <a:solidFill>
            <a:srgbClr val="392E2A"/>
          </a:solidFill>
          <a:ln/>
        </p:spPr>
      </p:sp>
      <p:sp>
        <p:nvSpPr>
          <p:cNvPr id="3" name="pt:hFtNTFz8r3"/>
          <p:cNvSpPr/>
          <p:nvPr/>
        </p:nvSpPr>
        <p:spPr>
          <a:xfrm>
            <a:off x="457200" y="5080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0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Northwind Works &amp;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7BEB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4" name="pt:b5fx-ADO5J"/>
          <p:cNvSpPr/>
          <p:nvPr/>
        </p:nvSpPr>
        <p:spPr>
          <a:xfrm>
            <a:off x="520700" y="1663700"/>
            <a:ext cx="3962400" cy="4813300"/>
          </a:xfrm>
          <a:prstGeom prst="roundRect">
            <a:avLst>
              <a:gd name="adj" fmla="val 2564"/>
            </a:avLst>
          </a:prstGeom>
          <a:solidFill>
            <a:srgbClr val="F8F0ED">
              <a:alpha val="12000"/>
            </a:srgbClr>
          </a:solidFill>
          <a:ln/>
        </p:spPr>
      </p:sp>
      <p:sp>
        <p:nvSpPr>
          <p:cNvPr id="5" name="pt:Km7HvwRDwC"/>
          <p:cNvSpPr/>
          <p:nvPr/>
        </p:nvSpPr>
        <p:spPr>
          <a:xfrm>
            <a:off x="457200" y="1587500"/>
            <a:ext cx="3962400" cy="4813300"/>
          </a:xfrm>
          <a:prstGeom prst="roundRect">
            <a:avLst>
              <a:gd name="adj" fmla="val 2564"/>
            </a:avLst>
          </a:prstGeom>
          <a:solidFill>
            <a:srgbClr val="1B0F0B"/>
          </a:solidFill>
          <a:ln w="12700">
            <a:solidFill>
              <a:srgbClr val="392E2A"/>
            </a:solidFill>
            <a:prstDash val="solid"/>
          </a:ln>
        </p:spPr>
      </p:sp>
      <p:sp>
        <p:nvSpPr>
          <p:cNvPr id="6" name="pt:EEYkvYXosf"/>
          <p:cNvSpPr/>
          <p:nvPr/>
        </p:nvSpPr>
        <p:spPr>
          <a:xfrm>
            <a:off x="685800" y="18161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A7C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Umbn9yeM9W"/>
          <p:cNvSpPr/>
          <p:nvPr/>
        </p:nvSpPr>
        <p:spPr>
          <a:xfrm>
            <a:off x="685800" y="2413000"/>
            <a:ext cx="3505200" cy="379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Vague delivery windows for customers</a:t>
            </a:r>
            <a:endParaRPr lang="en-US" sz="1500" dirty="0"/>
          </a:p>
        </p:txBody>
      </p:sp>
      <p:sp>
        <p:nvSpPr>
          <p:cNvPr id="8" name="pt:eqfQLMcEPd"/>
          <p:cNvSpPr/>
          <p:nvPr/>
        </p:nvSpPr>
        <p:spPr>
          <a:xfrm>
            <a:off x="4787900" y="1663700"/>
            <a:ext cx="3962400" cy="4813300"/>
          </a:xfrm>
          <a:prstGeom prst="roundRect">
            <a:avLst>
              <a:gd name="adj" fmla="val 2564"/>
            </a:avLst>
          </a:prstGeom>
          <a:solidFill>
            <a:srgbClr val="F8F0ED">
              <a:alpha val="12000"/>
            </a:srgbClr>
          </a:solidFill>
          <a:ln/>
        </p:spPr>
      </p:sp>
      <p:sp>
        <p:nvSpPr>
          <p:cNvPr id="9" name="pt:kCxnnD3mpe"/>
          <p:cNvSpPr/>
          <p:nvPr/>
        </p:nvSpPr>
        <p:spPr>
          <a:xfrm>
            <a:off x="4724400" y="1587500"/>
            <a:ext cx="3962400" cy="4813300"/>
          </a:xfrm>
          <a:prstGeom prst="roundRect">
            <a:avLst>
              <a:gd name="adj" fmla="val 2564"/>
            </a:avLst>
          </a:prstGeom>
          <a:solidFill>
            <a:srgbClr val="1B0F0B"/>
          </a:solidFill>
          <a:ln w="12700">
            <a:solidFill>
              <a:srgbClr val="392E2A"/>
            </a:solidFill>
            <a:prstDash val="solid"/>
          </a:ln>
        </p:spPr>
      </p:sp>
      <p:sp>
        <p:nvSpPr>
          <p:cNvPr id="10" name="pt:b9IXQvnlRH"/>
          <p:cNvSpPr/>
          <p:nvPr/>
        </p:nvSpPr>
        <p:spPr>
          <a:xfrm>
            <a:off x="4953000" y="18161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A7C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aBMcoJcYn9"/>
          <p:cNvSpPr/>
          <p:nvPr/>
        </p:nvSpPr>
        <p:spPr>
          <a:xfrm>
            <a:off x="4953000" y="2413000"/>
            <a:ext cx="3505200" cy="379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specifically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 model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F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windows and proof of delivery</a:t>
            </a:r>
            <a:endParaRPr lang="en-US" sz="1500" dirty="0"/>
          </a:p>
        </p:txBody>
      </p:sp>
      <p:sp>
        <p:nvSpPr>
          <p:cNvPr id="12" name="pt:utmPes3tRz"/>
          <p:cNvSpPr/>
          <p:nvPr/>
        </p:nvSpPr>
        <p:spPr>
          <a:xfrm>
            <a:off x="412750" y="6451600"/>
            <a:ext cx="361950" cy="3619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</p:spPr>
      </p:sp>
      <p:pic>
        <p:nvPicPr>
          <p:cNvPr id="13" name="pt:-I6I32YKQa" descr="Journey Brand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6496050"/>
            <a:ext cx="273050" cy="27305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decel="100000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0C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Mz12_mTBeg" descr="sales presentation phot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Mz12_mTBe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uEC8hiKzLy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17BEBB"/>
          </a:solidFill>
          <a:ln/>
        </p:spPr>
      </p:sp>
      <p:sp>
        <p:nvSpPr>
          <p:cNvPr id="5" name="pt:DIbj2ZU8Zq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Partner with Northwind</a:t>
            </a:r>
            <a:endParaRPr lang="en-US" sz="3600" dirty="0"/>
          </a:p>
        </p:txBody>
      </p:sp>
      <p:sp>
        <p:nvSpPr>
          <p:cNvPr id="6" name="pt:DwbUxFaBY_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E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  <p:sp>
        <p:nvSpPr>
          <p:cNvPr id="7" name="pt:vIdeqy_Evo"/>
          <p:cNvSpPr/>
          <p:nvPr/>
        </p:nvSpPr>
        <p:spPr>
          <a:xfrm>
            <a:off x="412750" y="6451600"/>
            <a:ext cx="361950" cy="3619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</p:spPr>
      </p:sp>
      <p:pic>
        <p:nvPicPr>
          <p:cNvPr id="8" name="pt:Mz_XEiOTDa" descr="Journey Brand log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6496050"/>
            <a:ext cx="273050" cy="27305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Remix edited 89154</dc:title>
  <dc:subject>PptxGenJS Presentation</dc:subject>
  <dc:creator>PptxGenJS</dc:creator>
  <cp:lastModifiedBy>PptxGenJS</cp:lastModifiedBy>
  <cp:revision>1</cp:revision>
  <dcterms:created xsi:type="dcterms:W3CDTF">2026-10-10T05:46:34Z</dcterms:created>
  <dcterms:modified xsi:type="dcterms:W3CDTF">2026-10-10T05:46:34Z</dcterms:modified>
</cp:coreProperties>
</file>