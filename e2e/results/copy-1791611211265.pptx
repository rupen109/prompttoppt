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are sharing how Northwind delivers logistics software specifically designed to cut your delivery costs by eliminating waste in your fleet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Unplanned routes and missed drops account for nearly a quarter of fleet waste. Our logistics platform eliminates this friction immediately by automating dispatch in under sixty seconds, utilizing the existing hardware your drivers already carry.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combine an efficient four-step delivery flow—Import, Plan, Deliver, and Notify—with a tailored experience for mid-sized fleets. Unlike traditional enterprise software that takes months to launch, Northwind gets your operations running in a single afternoon.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Please reach out via email or visit our website to see how Northwind can streamline your logistics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52658465-b85d-48be-9bf5-022db4caf53e" descr="Graffiti-covered white van parked on a tree-lined city stree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t:52658465-b85d-48be-9bf5-022db4caf53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pt:b623faa1-5ead-4b4e-8ea9-ac7c32efd940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pt:1b70361b-8579-447e-8ad3-ef5c2abbf08e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4100" dirty="0"/>
          </a:p>
        </p:txBody>
      </p:sp>
      <p:sp>
        <p:nvSpPr>
          <p:cNvPr id="6" name="pt:7c030176-b6cd-4c91-bdef-f9245506a4c2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Addressing Delivery Spend Wasted on Empty Miles and Failed First Attempts</a:t>
            </a:r>
            <a:endParaRPr lang="en-US" sz="1600" dirty="0"/>
          </a:p>
        </p:txBody>
      </p:sp>
      <p:sp>
        <p:nvSpPr>
          <p:cNvPr id="7" name="pt:8fa0c29d-074b-47bb-8fba-77443009834a"/>
          <p:cNvSpPr/>
          <p:nvPr/>
        </p:nvSpPr>
        <p:spPr>
          <a:xfrm>
            <a:off x="412750" y="6451600"/>
            <a:ext cx="361950" cy="3619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</p:spPr>
      </p:sp>
      <p:pic>
        <p:nvPicPr>
          <p:cNvPr id="8" name="pt:0a4e3145-156d-4257-ae45-305cb15b15e1" descr="Journey Brand log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6496050"/>
            <a:ext cx="273050" cy="27305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decel="10000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decel="10000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d2102a33-3798-480f-bef8-4b54a9d0eafa"/>
          <p:cNvSpPr/>
          <p:nvPr/>
        </p:nvSpPr>
        <p:spPr>
          <a:xfrm>
            <a:off x="0" y="228600"/>
            <a:ext cx="9144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8feebc47-294d-4cd8-ad92-7a987600e82c"/>
          <p:cNvSpPr/>
          <p:nvPr/>
        </p:nvSpPr>
        <p:spPr>
          <a:xfrm>
            <a:off x="457200" y="5080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 Proposition &amp; </a:t>
            </a:r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 Solutions</a:t>
            </a:r>
            <a:endParaRPr lang="en-US" sz="2800" dirty="0"/>
          </a:p>
        </p:txBody>
      </p:sp>
      <p:sp>
        <p:nvSpPr>
          <p:cNvPr id="4" name="pt:feee6dfc-2cf5-43fe-8e21-c88a2a3fdd15"/>
          <p:cNvSpPr/>
          <p:nvPr/>
        </p:nvSpPr>
        <p:spPr>
          <a:xfrm>
            <a:off x="457200" y="1587500"/>
            <a:ext cx="3911600" cy="481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23% of delivery spend is wasted on empty miles and failed first attempts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5" name="pt:01ba01ae-8308-4c33-ab3f-ee43ec8afc6a" descr="Delivery van parked on an urban stree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  <p:sp>
        <p:nvSpPr>
          <p:cNvPr id="6" name="pt:1fc468f0-4d91-46ec-b873-fffd03e0210f"/>
          <p:cNvSpPr/>
          <p:nvPr/>
        </p:nvSpPr>
        <p:spPr>
          <a:xfrm>
            <a:off x="412750" y="6451600"/>
            <a:ext cx="361950" cy="3619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</p:spPr>
      </p:sp>
      <p:pic>
        <p:nvPicPr>
          <p:cNvPr id="7" name="pt:b24810fb-a5e1-4400-8699-9810c2126377" descr="Journey Brand log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6496050"/>
            <a:ext cx="273050" cy="27305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decel="100000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decel="100000" grpId="0" nodeType="withEffect">
                                  <p:stCondLst>
                                    <p:cond delay="216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decel="100000" grpId="0" nodeType="withEffect">
                                  <p:stCondLst>
                                    <p:cond delay="312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decel="100000" grpId="0" nodeType="withEffect">
                                  <p:stCondLst>
                                    <p:cond delay="40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4cfa7fc9-0a0c-4518-be2a-d494ce5803ee"/>
          <p:cNvSpPr/>
          <p:nvPr/>
        </p:nvSpPr>
        <p:spPr>
          <a:xfrm>
            <a:off x="0" y="228600"/>
            <a:ext cx="9144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5f89acbb-c6d4-47b5-8c54-8a003babd4d8"/>
          <p:cNvSpPr/>
          <p:nvPr/>
        </p:nvSpPr>
        <p:spPr>
          <a:xfrm>
            <a:off x="457200" y="5080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Northwind Works &amp;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4" name="pt:1b79647a-2330-4b7f-a175-7661886a0430"/>
          <p:cNvSpPr/>
          <p:nvPr/>
        </p:nvSpPr>
        <p:spPr>
          <a:xfrm>
            <a:off x="520700" y="1663700"/>
            <a:ext cx="3962400" cy="4813300"/>
          </a:xfrm>
          <a:prstGeom prst="roundRect">
            <a:avLst>
              <a:gd name="adj" fmla="val 256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71cf7515-a116-488f-84dc-ac5fa67f40df"/>
          <p:cNvSpPr/>
          <p:nvPr/>
        </p:nvSpPr>
        <p:spPr>
          <a:xfrm>
            <a:off x="457200" y="1587500"/>
            <a:ext cx="3962400" cy="4813300"/>
          </a:xfrm>
          <a:prstGeom prst="roundRect">
            <a:avLst>
              <a:gd name="adj" fmla="val 256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6a3e51a2-f837-40e5-8436-4104a2daac40"/>
          <p:cNvSpPr/>
          <p:nvPr/>
        </p:nvSpPr>
        <p:spPr>
          <a:xfrm>
            <a:off x="685800" y="18161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pt:a905fb4a-4128-4e96-ae66-2d450fc20420"/>
          <p:cNvSpPr/>
          <p:nvPr/>
        </p:nvSpPr>
        <p:spPr>
          <a:xfrm>
            <a:off x="685800" y="2413000"/>
            <a:ext cx="3505200" cy="379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Vague delivery windows for customers</a:t>
            </a:r>
            <a:endParaRPr lang="en-US" sz="1500" dirty="0"/>
          </a:p>
        </p:txBody>
      </p:sp>
      <p:sp>
        <p:nvSpPr>
          <p:cNvPr id="8" name="pt:e394e4c4-37ff-4f8d-b45b-f90a9dd14571"/>
          <p:cNvSpPr/>
          <p:nvPr/>
        </p:nvSpPr>
        <p:spPr>
          <a:xfrm>
            <a:off x="4787900" y="1663700"/>
            <a:ext cx="3962400" cy="4813300"/>
          </a:xfrm>
          <a:prstGeom prst="roundRect">
            <a:avLst>
              <a:gd name="adj" fmla="val 256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pt:07f83dd3-0050-4629-9a47-c561fb15ed25"/>
          <p:cNvSpPr/>
          <p:nvPr/>
        </p:nvSpPr>
        <p:spPr>
          <a:xfrm>
            <a:off x="4724400" y="1587500"/>
            <a:ext cx="3962400" cy="4813300"/>
          </a:xfrm>
          <a:prstGeom prst="roundRect">
            <a:avLst>
              <a:gd name="adj" fmla="val 256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pt:5b164c65-05f7-48c6-afac-c202e8bf2d52"/>
          <p:cNvSpPr/>
          <p:nvPr/>
        </p:nvSpPr>
        <p:spPr>
          <a:xfrm>
            <a:off x="4953000" y="18161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pt:fe8ee960-8574-48ef-98aa-6c4bb1855c15"/>
          <p:cNvSpPr/>
          <p:nvPr/>
        </p:nvSpPr>
        <p:spPr>
          <a:xfrm>
            <a:off x="4953000" y="2413000"/>
            <a:ext cx="3505200" cy="379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specifically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 model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windows and proof of delivery</a:t>
            </a:r>
            <a:endParaRPr lang="en-US" sz="1500" dirty="0"/>
          </a:p>
        </p:txBody>
      </p:sp>
      <p:sp>
        <p:nvSpPr>
          <p:cNvPr id="12" name="pt:6ee1e800-d200-4950-9495-2fb235e8b797"/>
          <p:cNvSpPr/>
          <p:nvPr/>
        </p:nvSpPr>
        <p:spPr>
          <a:xfrm>
            <a:off x="412750" y="6451600"/>
            <a:ext cx="361950" cy="3619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</p:spPr>
      </p:sp>
      <p:pic>
        <p:nvPicPr>
          <p:cNvPr id="13" name="pt:f995b0e1-1571-4eab-9def-361ad3bb386d" descr="Journey Brand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6496050"/>
            <a:ext cx="273050" cy="27305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109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</p:cBhvr>
                                      <p:from x="70000" y="7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decel="100000" grpId="0" nodeType="withEffect">
                                  <p:stCondLst>
                                    <p:cond delay="219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decel="100000" grpId="0" nodeType="withEffect">
                                  <p:stCondLst>
                                    <p:cond delay="306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decel="100000" grpId="0" nodeType="withEffect">
                                  <p:stCondLst>
                                    <p:cond delay="394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decel="100000" grpId="0" nodeType="withEffect">
                                  <p:stCondLst>
                                    <p:cond delay="481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328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9"/>
                                        </p:tgtEl>
                                      </p:cBhvr>
                                      <p:from x="70000" y="7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decel="100000" grpId="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decel="100000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decel="100000" grpId="0" nodeType="withEffect">
                                  <p:stCondLst>
                                    <p:cond delay="613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decel="100000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29004692-2523-4a5a-9597-01ace717d328" descr="sales presentation phot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t:29004692-2523-4a5a-9597-01ace717d32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pt:272b51c2-0e9b-448a-8fae-1e5ac0245e90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pt:650aba0b-0942-4428-8eb5-fa82682a7c8d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Partner with Northwind</a:t>
            </a:r>
            <a:endParaRPr lang="en-US" sz="3600" dirty="0"/>
          </a:p>
        </p:txBody>
      </p:sp>
      <p:sp>
        <p:nvSpPr>
          <p:cNvPr id="6" name="pt:67631caf-6b81-49c7-99ad-2883dc0a54c5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  <p:sp>
        <p:nvSpPr>
          <p:cNvPr id="7" name="pt:4b07e5ef-a088-4b75-841d-2625fd14e248"/>
          <p:cNvSpPr/>
          <p:nvPr/>
        </p:nvSpPr>
        <p:spPr>
          <a:xfrm>
            <a:off x="412750" y="6451600"/>
            <a:ext cx="361950" cy="3619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</p:spPr>
      </p:sp>
      <p:pic>
        <p:nvPicPr>
          <p:cNvPr id="8" name="pt:c9499623-15b1-4ada-939d-00f4d77098a5" descr="Journey Brand log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6496050"/>
            <a:ext cx="273050" cy="27305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decel="10000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decel="10000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only 6025</dc:title>
  <dc:subject>PptxGenJS Presentation</dc:subject>
  <dc:creator>PptxGenJS</dc:creator>
  <cp:lastModifiedBy>PptxGenJS</cp:lastModifiedBy>
  <cp:revision>1</cp:revision>
  <dcterms:created xsi:type="dcterms:W3CDTF">2026-10-10T05:46:51Z</dcterms:created>
  <dcterms:modified xsi:type="dcterms:W3CDTF">2026-10-10T05:46:51Z</dcterms:modified>
</cp:coreProperties>
</file>