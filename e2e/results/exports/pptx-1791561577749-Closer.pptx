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m_BkzkFGdzwO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pt:m_BkzkFGdzw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pt:ikAPfF9zMaBP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_FcnPRrTaCk4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pt:PvvTd51mSugt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uWUOB6yXzToR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7WIbSr-oZhcf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pt:Tm5xUPD-oPJI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pt:UQOfoSl1sf1N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pt:hsNdU6z1nXGM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pt:FN9aPtIxZW31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pt:3j65jyhXL0-F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pt:FK3FHIMYAe1E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pt:6GKV9GUV94Jv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pt:TvFrpBhe6O5J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pt:kGLkXGX8caTE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pt:qOIfCA0Gdss1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pt:MG2_aagGHxfD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pt:QTkbhCGLCHe-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pt:dXXIWZ8w6QME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pt:gqANYlrUbeYw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pt:0n2jRdvQ0qIh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pt:uiMov90-aPKg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vloqEeXZ7vRM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4XlDuTKJxHoi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4" name="pt:htkcjDJ5GZmz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grpId="0" nodeType="withEffect">
                                  <p:stCondLst>
                                    <p:cond delay="484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gTmGbZCJIZiS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vTAXTaWJyC14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pt:vgh8CDD6-hmM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5" name="pt:Oto4_XACYiAL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JkngXlpwjacw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wUL4M_QOCkqr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pt:SdruxEFfqKmO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pt:fshSaeosTbIO"/>
          <p:cNvSpPr/>
          <p:nvPr/>
        </p:nvSpPr>
        <p:spPr>
          <a:xfrm>
            <a:off x="342900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KWwkfHihIPHq"/>
          <p:cNvSpPr/>
          <p:nvPr/>
        </p:nvSpPr>
        <p:spPr>
          <a:xfrm>
            <a:off x="596900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6C08GVxArisE"/>
          <p:cNvSpPr/>
          <p:nvPr/>
        </p:nvSpPr>
        <p:spPr>
          <a:xfrm>
            <a:off x="596900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pt:1pGn5t8TUCm3"/>
          <p:cNvSpPr/>
          <p:nvPr/>
        </p:nvSpPr>
        <p:spPr>
          <a:xfrm>
            <a:off x="596900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pt:k0764x2UCess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0" name="pt:4k1Ggxh7h-5J"/>
          <p:cNvSpPr/>
          <p:nvPr/>
        </p:nvSpPr>
        <p:spPr>
          <a:xfrm>
            <a:off x="2468033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pt:dHDUK_ULd1r2"/>
          <p:cNvSpPr/>
          <p:nvPr/>
        </p:nvSpPr>
        <p:spPr>
          <a:xfrm>
            <a:off x="2722033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pt:2wwzO0a9ZIoo"/>
          <p:cNvSpPr/>
          <p:nvPr/>
        </p:nvSpPr>
        <p:spPr>
          <a:xfrm>
            <a:off x="2722033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pt:A5QCCzKcljaT"/>
          <p:cNvSpPr/>
          <p:nvPr/>
        </p:nvSpPr>
        <p:spPr>
          <a:xfrm>
            <a:off x="2722033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pt:Meqr3ICo-QUs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5" name="pt:cbk_RP6GSF-3"/>
          <p:cNvSpPr/>
          <p:nvPr/>
        </p:nvSpPr>
        <p:spPr>
          <a:xfrm>
            <a:off x="4593167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pt:fxU8tHj8CIYi"/>
          <p:cNvSpPr/>
          <p:nvPr/>
        </p:nvSpPr>
        <p:spPr>
          <a:xfrm>
            <a:off x="4847167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pt:glGVbeuiHi-A"/>
          <p:cNvSpPr/>
          <p:nvPr/>
        </p:nvSpPr>
        <p:spPr>
          <a:xfrm>
            <a:off x="4847167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pt:U3DXkDhlyiAq"/>
          <p:cNvSpPr/>
          <p:nvPr/>
        </p:nvSpPr>
        <p:spPr>
          <a:xfrm>
            <a:off x="4847167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pt:Qh9HusKs-LrM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20" name="pt:rNsakbaK4rcs"/>
          <p:cNvSpPr/>
          <p:nvPr/>
        </p:nvSpPr>
        <p:spPr>
          <a:xfrm>
            <a:off x="342900" y="419735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pt:jUrWAUHfsjK-"/>
          <p:cNvSpPr/>
          <p:nvPr/>
        </p:nvSpPr>
        <p:spPr>
          <a:xfrm>
            <a:off x="596900" y="434975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pt:oWZtwrW2KND0"/>
          <p:cNvSpPr/>
          <p:nvPr/>
        </p:nvSpPr>
        <p:spPr>
          <a:xfrm>
            <a:off x="596900" y="492125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pt:01-gntWELREN"/>
          <p:cNvSpPr/>
          <p:nvPr/>
        </p:nvSpPr>
        <p:spPr>
          <a:xfrm>
            <a:off x="596900" y="561975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kabxWFXr9bWE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P8EEzfcX_8lR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4" name="pt:AgKJVmQUuBso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5" name="pt:WRPh2HXTfWhi"/>
          <p:cNvSpPr/>
          <p:nvPr/>
        </p:nvSpPr>
        <p:spPr>
          <a:xfrm>
            <a:off x="3429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8crW9XdTBQLd"/>
          <p:cNvSpPr/>
          <p:nvPr/>
        </p:nvSpPr>
        <p:spPr>
          <a:xfrm>
            <a:off x="5969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7" name="pt:H0S8prjuq5Oi"/>
          <p:cNvSpPr/>
          <p:nvPr/>
        </p:nvSpPr>
        <p:spPr>
          <a:xfrm>
            <a:off x="5969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8" name="pt:qjUV5EMSPsD-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9" name="pt:FhobmBgQbxe-"/>
          <p:cNvSpPr/>
          <p:nvPr/>
        </p:nvSpPr>
        <p:spPr>
          <a:xfrm>
            <a:off x="35560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4HW2Jr3LpGF_"/>
          <p:cNvSpPr/>
          <p:nvPr/>
        </p:nvSpPr>
        <p:spPr>
          <a:xfrm>
            <a:off x="38100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pt:ePOZTaHMwk-s"/>
          <p:cNvSpPr/>
          <p:nvPr/>
        </p:nvSpPr>
        <p:spPr>
          <a:xfrm>
            <a:off x="38100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pt:g28q8Jx484SJ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13" name="pt:8smNZ5AYJr5L"/>
          <p:cNvSpPr/>
          <p:nvPr/>
        </p:nvSpPr>
        <p:spPr>
          <a:xfrm>
            <a:off x="342900" y="422275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pt:Snv-ofBwAF-r"/>
          <p:cNvSpPr/>
          <p:nvPr/>
        </p:nvSpPr>
        <p:spPr>
          <a:xfrm>
            <a:off x="596900" y="434975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5" name="pt:xc2Z5SuTRfsu"/>
          <p:cNvSpPr/>
          <p:nvPr/>
        </p:nvSpPr>
        <p:spPr>
          <a:xfrm>
            <a:off x="596900" y="485775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decel="10000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decel="10000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decel="10000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decel="10000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decel="10000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decel="10000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dOdpcpXIVr8Y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1pIGzZRrhp9G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4" name="pt:4cUmU-7Cjgaj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pt:k6j6rORdP8-T"/>
          <p:cNvSpPr/>
          <p:nvPr/>
        </p:nvSpPr>
        <p:spPr>
          <a:xfrm>
            <a:off x="342900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4amkuaTZyOP4"/>
          <p:cNvSpPr/>
          <p:nvPr/>
        </p:nvSpPr>
        <p:spPr>
          <a:xfrm>
            <a:off x="596900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pt:Cx9LLdhCfdPy"/>
          <p:cNvSpPr/>
          <p:nvPr/>
        </p:nvSpPr>
        <p:spPr>
          <a:xfrm>
            <a:off x="596900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pt:U_wrXrsaBS2T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9" name="pt:m2_9BBC9jIhN"/>
          <p:cNvSpPr/>
          <p:nvPr/>
        </p:nvSpPr>
        <p:spPr>
          <a:xfrm>
            <a:off x="2468033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wAfwiHshvn5H"/>
          <p:cNvSpPr/>
          <p:nvPr/>
        </p:nvSpPr>
        <p:spPr>
          <a:xfrm>
            <a:off x="2722033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pt:PBjrO4GSq0-t"/>
          <p:cNvSpPr/>
          <p:nvPr/>
        </p:nvSpPr>
        <p:spPr>
          <a:xfrm>
            <a:off x="2722033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pt:KM-MU2ZMY955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923C"/>
          </a:solidFill>
          <a:ln/>
        </p:spPr>
      </p:sp>
      <p:sp>
        <p:nvSpPr>
          <p:cNvPr id="13" name="pt:k-PUrAZ6qIpA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pt:zHd7r7YkTEMm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pt:asYhP7ucN-7Y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pt:hLFTzXmXPOk7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3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4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29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grpId="0" nodeType="withEffect">
                                  <p:stCondLst>
                                    <p:cond delay="36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grpId="0" nodeType="withEffect">
                                  <p:stCondLst>
                                    <p:cond delay="423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grpId="0" nodeType="withEffect">
                                  <p:stCondLst>
                                    <p:cond delay="481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decel="10000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8" fill="hold" decel="100000" grpId="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decel="100000" grpId="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AFUwB0WfsBLr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jYbxAsqQlnPf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4" name="pt:TO1w-wVzjFH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5SB6rPpXVOZc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yEA15rq5r3Tw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pt:SduOPvLNAOvy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pt:JtfhE8Hq84oj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pt:7wfhC27_912v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hrBXxNY3zCMG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pt:BNvWngz4TdJD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pt:j2OknJT_dPoy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pt:crbEvz76Lxuk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pt:QHvHR9czLQyP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pt:3YrEnEpCfxkN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pt:QRcHc0FlfY7W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pt:iX5-QIXS8DGZ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pt:R-Xxk1N9UZmj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pt:fuZ6Qiwxd-P-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decel="10000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decel="100000" nodeType="withEffect">
                                  <p:stCondLst>
                                    <p:cond delay="263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decel="10000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decel="100000" nodeType="withEffect">
                                  <p:stCondLst>
                                    <p:cond delay="613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bqLkRVZ8QiWS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pt:bqLkRVZ8QiW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pt:vh4vdEulFejQ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Wp3zZnAunIHF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pt:rsB8LqhsjriG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2026-10-09T15:59:37Z</dcterms:created>
  <dcterms:modified xsi:type="dcterms:W3CDTF">2026-10-09T15:59:37Z</dcterms:modified>
</cp:coreProperties>
</file>