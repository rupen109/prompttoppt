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cMnFu4TI80-u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cMnFu4TI80-u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KhYtWGrdSO6j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WRHflz0Is1Ym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pt:rAoRGS90EYvc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UlSH9OhLy7u_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padyyounwjxr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pt:oPVuWV8K8AK9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pt:hf1iwFmsWlJV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pt:nHwXnXVb4C7t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pt:3hKNU-1DiWkh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pt:NE8RhpyLOslN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pt:kBCWKTaZfnCI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pt:6kygFDQWHXbc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pt:VZvDAQ1gkPnX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pt:C1m2Hd2x9lrZ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pt:OHRi3MPJ_ISm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pt:4HaMp7g9MX3S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pt:FPO_7wWArW2C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pt:5EzYpN5cwvW7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pt:NxOeftrrp9xN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pt:n-Vx_BGvBOGt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pt:mwB7b_5sMSVm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CYPQDMUYV1KP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kV9ybKpGwxEa"/>
          <p:cNvSpPr/>
          <p:nvPr/>
        </p:nvSpPr>
        <p:spPr>
          <a:xfrm>
            <a:off x="457200" y="685800"/>
            <a:ext cx="312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2800" dirty="0"/>
          </a:p>
        </p:txBody>
      </p:sp>
      <p:sp>
        <p:nvSpPr>
          <p:cNvPr id="4" name="pt:RNT1C6J_oBe0"/>
          <p:cNvSpPr/>
          <p:nvPr/>
        </p:nvSpPr>
        <p:spPr>
          <a:xfrm>
            <a:off x="3937000" y="457200"/>
            <a:ext cx="4749800" cy="5943600"/>
          </a:xfrm>
          <a:prstGeom prst="roundRect">
            <a:avLst>
              <a:gd name="adj" fmla="val 2139"/>
            </a:avLst>
          </a:prstGeom>
          <a:solidFill>
            <a:srgbClr val="FB923C"/>
          </a:solidFill>
          <a:ln/>
        </p:spPr>
      </p:sp>
      <p:sp>
        <p:nvSpPr>
          <p:cNvPr id="5" name="pt:lE6As8l-xN7g"/>
          <p:cNvSpPr/>
          <p:nvPr/>
        </p:nvSpPr>
        <p:spPr>
          <a:xfrm>
            <a:off x="4165600" y="6604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pt:wF5yr_5X7p4W"/>
          <p:cNvSpPr/>
          <p:nvPr/>
        </p:nvSpPr>
        <p:spPr>
          <a:xfrm>
            <a:off x="4889500" y="6604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500" dirty="0"/>
          </a:p>
        </p:txBody>
      </p:sp>
      <p:sp>
        <p:nvSpPr>
          <p:cNvPr id="7" name="pt:Csfoogk73eU3"/>
          <p:cNvSpPr/>
          <p:nvPr/>
        </p:nvSpPr>
        <p:spPr>
          <a:xfrm>
            <a:off x="4165600" y="20447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8" name="pt:AHciaV0pLedU"/>
          <p:cNvSpPr/>
          <p:nvPr/>
        </p:nvSpPr>
        <p:spPr>
          <a:xfrm>
            <a:off x="4165600" y="20447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pt:klPQ2z263SIt"/>
          <p:cNvSpPr/>
          <p:nvPr/>
        </p:nvSpPr>
        <p:spPr>
          <a:xfrm>
            <a:off x="4889500" y="20447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500" dirty="0"/>
          </a:p>
        </p:txBody>
      </p:sp>
      <p:sp>
        <p:nvSpPr>
          <p:cNvPr id="10" name="pt:DVpDm3hGmRzr"/>
          <p:cNvSpPr/>
          <p:nvPr/>
        </p:nvSpPr>
        <p:spPr>
          <a:xfrm>
            <a:off x="4165600" y="34290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1" name="pt:kptA620sL99J"/>
          <p:cNvSpPr/>
          <p:nvPr/>
        </p:nvSpPr>
        <p:spPr>
          <a:xfrm>
            <a:off x="4165600" y="34290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pt:xB-twAaQtXME"/>
          <p:cNvSpPr/>
          <p:nvPr/>
        </p:nvSpPr>
        <p:spPr>
          <a:xfrm>
            <a:off x="4889500" y="34290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500" dirty="0"/>
          </a:p>
        </p:txBody>
      </p:sp>
      <p:sp>
        <p:nvSpPr>
          <p:cNvPr id="13" name="pt:CkdgkwiA5aZZ"/>
          <p:cNvSpPr/>
          <p:nvPr/>
        </p:nvSpPr>
        <p:spPr>
          <a:xfrm>
            <a:off x="4165600" y="48133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4" name="pt:z9gQZPswQHBd"/>
          <p:cNvSpPr/>
          <p:nvPr/>
        </p:nvSpPr>
        <p:spPr>
          <a:xfrm>
            <a:off x="4165600" y="48133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pt:1eldjB3L6NS4"/>
          <p:cNvSpPr/>
          <p:nvPr/>
        </p:nvSpPr>
        <p:spPr>
          <a:xfrm>
            <a:off x="4889500" y="48133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5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5EAhxHgtZTii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wwoeEpyx6fmX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pt:BDGJuuvlqoHE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pt:-c449mVuq24n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JZYZnaJUvH9S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HPobkmDZKLik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pt:hMq4zQowVhqs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5" name="pt:8hMTeYr4xDrO"/>
          <p:cNvSpPr/>
          <p:nvPr/>
        </p:nvSpPr>
        <p:spPr>
          <a:xfrm>
            <a:off x="4572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sspQ2TBJA3g-"/>
          <p:cNvSpPr/>
          <p:nvPr/>
        </p:nvSpPr>
        <p:spPr>
          <a:xfrm>
            <a:off x="7112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-C3J92SBgUMo"/>
          <p:cNvSpPr/>
          <p:nvPr/>
        </p:nvSpPr>
        <p:spPr>
          <a:xfrm>
            <a:off x="7112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pt:_IWSaYB6SMdO"/>
          <p:cNvSpPr/>
          <p:nvPr/>
        </p:nvSpPr>
        <p:spPr>
          <a:xfrm>
            <a:off x="7112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pt:XXqGVPygEr16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0" name="pt:IBeRjy36f65k"/>
          <p:cNvSpPr/>
          <p:nvPr/>
        </p:nvSpPr>
        <p:spPr>
          <a:xfrm>
            <a:off x="25654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pt:L_-UQH2ymnkk"/>
          <p:cNvSpPr/>
          <p:nvPr/>
        </p:nvSpPr>
        <p:spPr>
          <a:xfrm>
            <a:off x="28194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pt:gAwQgT2qManq"/>
          <p:cNvSpPr/>
          <p:nvPr/>
        </p:nvSpPr>
        <p:spPr>
          <a:xfrm>
            <a:off x="28194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pt:kSKTHc2xl25Q"/>
          <p:cNvSpPr/>
          <p:nvPr/>
        </p:nvSpPr>
        <p:spPr>
          <a:xfrm>
            <a:off x="28194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pt:ECTmWlLvxHlJ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5" name="pt:e4cInw6JtRgL"/>
          <p:cNvSpPr/>
          <p:nvPr/>
        </p:nvSpPr>
        <p:spPr>
          <a:xfrm>
            <a:off x="46736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pt:lBgNqka_B32E"/>
          <p:cNvSpPr/>
          <p:nvPr/>
        </p:nvSpPr>
        <p:spPr>
          <a:xfrm>
            <a:off x="49276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pt:sTo0WNKnNd8r"/>
          <p:cNvSpPr/>
          <p:nvPr/>
        </p:nvSpPr>
        <p:spPr>
          <a:xfrm>
            <a:off x="49276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pt:pNVOO3_0GR5u"/>
          <p:cNvSpPr/>
          <p:nvPr/>
        </p:nvSpPr>
        <p:spPr>
          <a:xfrm>
            <a:off x="49276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pt:om1uhl5-OFJU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20" name="pt:BafQQdap79pN"/>
          <p:cNvSpPr/>
          <p:nvPr/>
        </p:nvSpPr>
        <p:spPr>
          <a:xfrm>
            <a:off x="67818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pt:HYHihlfRkCdC"/>
          <p:cNvSpPr/>
          <p:nvPr/>
        </p:nvSpPr>
        <p:spPr>
          <a:xfrm>
            <a:off x="70358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pt:P4tTntNOZ6pa"/>
          <p:cNvSpPr/>
          <p:nvPr/>
        </p:nvSpPr>
        <p:spPr>
          <a:xfrm>
            <a:off x="70358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pt:kSBPfhl6tZT5"/>
          <p:cNvSpPr/>
          <p:nvPr/>
        </p:nvSpPr>
        <p:spPr>
          <a:xfrm>
            <a:off x="70358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pCHduZTNUUFh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K6ac-Wk9QWOm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4" name="pt:s52Uvax5QqEn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5" name="pt:lrS4f-KbhNqJ"/>
          <p:cNvSpPr/>
          <p:nvPr/>
        </p:nvSpPr>
        <p:spPr>
          <a:xfrm>
            <a:off x="457200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cwDZYuOnLfd4"/>
          <p:cNvSpPr/>
          <p:nvPr/>
        </p:nvSpPr>
        <p:spPr>
          <a:xfrm>
            <a:off x="711200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7" name="pt:E-gtDnhEtcBw"/>
          <p:cNvSpPr/>
          <p:nvPr/>
        </p:nvSpPr>
        <p:spPr>
          <a:xfrm>
            <a:off x="711200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8" name="pt:QTQfceR3eQwf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9" name="pt:jXWeNQqQKVrx"/>
          <p:cNvSpPr/>
          <p:nvPr/>
        </p:nvSpPr>
        <p:spPr>
          <a:xfrm>
            <a:off x="3285067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naEjpq17lCW7"/>
          <p:cNvSpPr/>
          <p:nvPr/>
        </p:nvSpPr>
        <p:spPr>
          <a:xfrm>
            <a:off x="3539067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pt:xippFXN7XXf3"/>
          <p:cNvSpPr/>
          <p:nvPr/>
        </p:nvSpPr>
        <p:spPr>
          <a:xfrm>
            <a:off x="3539067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pt:CUWDhFL8IsCh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13" name="pt:KcFCLdKThFpf"/>
          <p:cNvSpPr/>
          <p:nvPr/>
        </p:nvSpPr>
        <p:spPr>
          <a:xfrm>
            <a:off x="6112933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pt:0DA1Z4n2vG_n"/>
          <p:cNvSpPr/>
          <p:nvPr/>
        </p:nvSpPr>
        <p:spPr>
          <a:xfrm>
            <a:off x="6366933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5" name="pt:2Ute0zRVOPnw"/>
          <p:cNvSpPr/>
          <p:nvPr/>
        </p:nvSpPr>
        <p:spPr>
          <a:xfrm>
            <a:off x="6366933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decel="10000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decel="10000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decel="10000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decel="10000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decel="10000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QJHmC4wDmwgN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D-56fPHu6xwW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4" name="pt:xKLFfhIrBizZ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5" name="pt:ewv2MCGt_kbk"/>
          <p:cNvSpPr/>
          <p:nvPr/>
        </p:nvSpPr>
        <p:spPr>
          <a:xfrm>
            <a:off x="457200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Yv-r1i43rstp"/>
          <p:cNvSpPr/>
          <p:nvPr/>
        </p:nvSpPr>
        <p:spPr>
          <a:xfrm>
            <a:off x="711200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pt:ca_oRv0ag1F9"/>
          <p:cNvSpPr/>
          <p:nvPr/>
        </p:nvSpPr>
        <p:spPr>
          <a:xfrm>
            <a:off x="711200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pt:l0v-5ywhDkZw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9" name="pt:0vMpLFcHY6Fg"/>
          <p:cNvSpPr/>
          <p:nvPr/>
        </p:nvSpPr>
        <p:spPr>
          <a:xfrm>
            <a:off x="3268133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xQ8hQpHyQCiD"/>
          <p:cNvSpPr/>
          <p:nvPr/>
        </p:nvSpPr>
        <p:spPr>
          <a:xfrm>
            <a:off x="3522133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pt:Gs_33ZRUxK3O"/>
          <p:cNvSpPr/>
          <p:nvPr/>
        </p:nvSpPr>
        <p:spPr>
          <a:xfrm>
            <a:off x="3522133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pt:V1P1ep-8kNGk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923C"/>
          </a:solidFill>
          <a:ln/>
        </p:spPr>
      </p:sp>
      <p:sp>
        <p:nvSpPr>
          <p:cNvPr id="13" name="pt:JbuYkqWz3q6v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pt:kjrSh_3aKj_v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pt:JfLEWPEByFMQ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pt:T7nU1cCzi5zR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3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grpId="0" nodeType="withEffect">
                                  <p:stCondLst>
                                    <p:cond delay="36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grpId="0" nodeType="withEffect">
                                  <p:stCondLst>
                                    <p:cond delay="423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grpId="0" nodeType="withEffect">
                                  <p:stCondLst>
                                    <p:cond delay="48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decel="10000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decel="100000" grpId="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decel="100000" grpId="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cFg4oyojkBQ5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N8Ai93yCq8ni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4" name="pt:CPoC7yqTHs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7iDaHg5NUpq3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Nt1apIgdjp8R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pt:lA5X5N04L0zE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pt:VLe02AFtab4-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pt:DTZDg013hGNV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rcy5Vec5vyU6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pt:N49TdoCCsWe2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pt:VtQ7iEhcRKl6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pt:iycF3Fml1khG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pt:JfRVuliztl5b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pt:rwre3nsI1KAB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pt:OxyBovtXgKtY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pt:ufbZ4E3tnRTO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pt:gq_gdvrk_36o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pt:ZyDTJtJBCXkP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decel="100000" nodeType="withEffect">
                                  <p:stCondLst>
                                    <p:cond delay="263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decel="100000" nodeType="withEffect">
                                  <p:stCondLst>
                                    <p:cond delay="613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oA-DVhtQYRDb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oA-DVhtQYRD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yvnA7qyd0PUT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6wFz_wcYjyvY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pt:lNasSo66sLOT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2026-10-15T18:08:57Z</dcterms:created>
  <dcterms:modified xsi:type="dcterms:W3CDTF">2026-10-15T18:08:57Z</dcterms:modified>
</cp:coreProperties>
</file>