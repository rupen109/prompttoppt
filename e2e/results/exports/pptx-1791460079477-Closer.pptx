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7B78nR8SSnnG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t:7B78nR8SSnn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pt:sTG47KyKeDLZ"/>
          <p:cNvSpPr/>
          <p:nvPr/>
        </p:nvSpPr>
        <p:spPr>
          <a:xfrm>
            <a:off x="4572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pt:fYJHB54BWVh2"/>
          <p:cNvSpPr/>
          <p:nvPr/>
        </p:nvSpPr>
        <p:spPr>
          <a:xfrm>
            <a:off x="457200" y="3070860"/>
            <a:ext cx="82296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200" dirty="0"/>
          </a:p>
        </p:txBody>
      </p:sp>
      <p:sp>
        <p:nvSpPr>
          <p:cNvPr id="6" name="pt:rL3wI0MIPs_A"/>
          <p:cNvSpPr/>
          <p:nvPr/>
        </p:nvSpPr>
        <p:spPr>
          <a:xfrm>
            <a:off x="457200" y="5184140"/>
            <a:ext cx="82296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ZZwXOfDhUxEY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OBC7L-nYkQoz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4" name="pt:7jxcpWMedZgV"/>
          <p:cNvSpPr/>
          <p:nvPr/>
        </p:nvSpPr>
        <p:spPr>
          <a:xfrm>
            <a:off x="457200" y="20256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5" name="pt:-Rw2yEmd5V9N"/>
          <p:cNvSpPr/>
          <p:nvPr/>
        </p:nvSpPr>
        <p:spPr>
          <a:xfrm>
            <a:off x="457200" y="2025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pt:3t73oFRl0BVC"/>
          <p:cNvSpPr/>
          <p:nvPr/>
        </p:nvSpPr>
        <p:spPr>
          <a:xfrm>
            <a:off x="1117600" y="17907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7" name="pt:ZrXxOpbxKBBr"/>
          <p:cNvSpPr/>
          <p:nvPr/>
        </p:nvSpPr>
        <p:spPr>
          <a:xfrm>
            <a:off x="1117600" y="23336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8" name="pt:ztgf8sRJXWnt"/>
          <p:cNvSpPr/>
          <p:nvPr/>
        </p:nvSpPr>
        <p:spPr>
          <a:xfrm>
            <a:off x="457200" y="31559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9" name="pt:_hoLHZU_CWiu"/>
          <p:cNvSpPr/>
          <p:nvPr/>
        </p:nvSpPr>
        <p:spPr>
          <a:xfrm>
            <a:off x="457200" y="3155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pt:z1Y452Q2iwpn"/>
          <p:cNvSpPr/>
          <p:nvPr/>
        </p:nvSpPr>
        <p:spPr>
          <a:xfrm>
            <a:off x="1117600" y="29210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1" name="pt:25BRDcWhSxg9"/>
          <p:cNvSpPr/>
          <p:nvPr/>
        </p:nvSpPr>
        <p:spPr>
          <a:xfrm>
            <a:off x="1117600" y="34639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2" name="pt:4FdZbvFPcOi7"/>
          <p:cNvSpPr/>
          <p:nvPr/>
        </p:nvSpPr>
        <p:spPr>
          <a:xfrm>
            <a:off x="457200" y="42862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3" name="pt:5iCAU7SUM_U-"/>
          <p:cNvSpPr/>
          <p:nvPr/>
        </p:nvSpPr>
        <p:spPr>
          <a:xfrm>
            <a:off x="457200" y="4286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pt:JAUTRq-yjXXi"/>
          <p:cNvSpPr/>
          <p:nvPr/>
        </p:nvSpPr>
        <p:spPr>
          <a:xfrm>
            <a:off x="1117600" y="40513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5" name="pt:wIv2Smyp1RYD"/>
          <p:cNvSpPr/>
          <p:nvPr/>
        </p:nvSpPr>
        <p:spPr>
          <a:xfrm>
            <a:off x="1117600" y="45942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6" name="pt:3GJPSuO7Bv2w"/>
          <p:cNvSpPr/>
          <p:nvPr/>
        </p:nvSpPr>
        <p:spPr>
          <a:xfrm>
            <a:off x="457200" y="54165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7" name="pt:zQe0ySrx9Myv"/>
          <p:cNvSpPr/>
          <p:nvPr/>
        </p:nvSpPr>
        <p:spPr>
          <a:xfrm>
            <a:off x="457200" y="54165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18" name="pt:IKDNViJ5z3gY"/>
          <p:cNvSpPr/>
          <p:nvPr/>
        </p:nvSpPr>
        <p:spPr>
          <a:xfrm>
            <a:off x="1117600" y="51816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19" name="pt:t19GC0rkKmAE"/>
          <p:cNvSpPr/>
          <p:nvPr/>
        </p:nvSpPr>
        <p:spPr>
          <a:xfrm>
            <a:off x="1117600" y="57245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HpUqS9vh5WRz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N_tFeJgEehoK"/>
          <p:cNvSpPr/>
          <p:nvPr/>
        </p:nvSpPr>
        <p:spPr>
          <a:xfrm>
            <a:off x="457200" y="685800"/>
            <a:ext cx="3124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2800" dirty="0"/>
          </a:p>
        </p:txBody>
      </p:sp>
      <p:sp>
        <p:nvSpPr>
          <p:cNvPr id="4" name="pt:uRSPTV7y4D-w"/>
          <p:cNvSpPr/>
          <p:nvPr/>
        </p:nvSpPr>
        <p:spPr>
          <a:xfrm>
            <a:off x="3937000" y="457200"/>
            <a:ext cx="4749800" cy="5943600"/>
          </a:xfrm>
          <a:prstGeom prst="roundRect">
            <a:avLst>
              <a:gd name="adj" fmla="val 2139"/>
            </a:avLst>
          </a:prstGeom>
          <a:solidFill>
            <a:srgbClr val="FB923C"/>
          </a:solidFill>
          <a:ln/>
        </p:spPr>
      </p:sp>
      <p:sp>
        <p:nvSpPr>
          <p:cNvPr id="5" name="pt:32VK4nJC7zQa"/>
          <p:cNvSpPr/>
          <p:nvPr/>
        </p:nvSpPr>
        <p:spPr>
          <a:xfrm>
            <a:off x="4165600" y="6604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pt:D5-i5K3R0DCQ"/>
          <p:cNvSpPr/>
          <p:nvPr/>
        </p:nvSpPr>
        <p:spPr>
          <a:xfrm>
            <a:off x="4889500" y="6604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500" dirty="0"/>
          </a:p>
        </p:txBody>
      </p:sp>
      <p:sp>
        <p:nvSpPr>
          <p:cNvPr id="7" name="pt:GhaZXqKeKdiv"/>
          <p:cNvSpPr/>
          <p:nvPr/>
        </p:nvSpPr>
        <p:spPr>
          <a:xfrm>
            <a:off x="4165600" y="2044700"/>
            <a:ext cx="4292600" cy="12700"/>
          </a:xfrm>
          <a:prstGeom prst="rect">
            <a:avLst/>
          </a:prstGeom>
          <a:solidFill>
            <a:srgbClr val="A76430"/>
          </a:solidFill>
          <a:ln/>
        </p:spPr>
      </p:sp>
      <p:sp>
        <p:nvSpPr>
          <p:cNvPr id="8" name="pt:xGzejQzgm_x7"/>
          <p:cNvSpPr/>
          <p:nvPr/>
        </p:nvSpPr>
        <p:spPr>
          <a:xfrm>
            <a:off x="4165600" y="20447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pt:dwfQYmmv32q8"/>
          <p:cNvSpPr/>
          <p:nvPr/>
        </p:nvSpPr>
        <p:spPr>
          <a:xfrm>
            <a:off x="4889500" y="20447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500" dirty="0"/>
          </a:p>
        </p:txBody>
      </p:sp>
      <p:sp>
        <p:nvSpPr>
          <p:cNvPr id="10" name="pt:3s4EqymlWPnp"/>
          <p:cNvSpPr/>
          <p:nvPr/>
        </p:nvSpPr>
        <p:spPr>
          <a:xfrm>
            <a:off x="4165600" y="3429000"/>
            <a:ext cx="4292600" cy="12700"/>
          </a:xfrm>
          <a:prstGeom prst="rect">
            <a:avLst/>
          </a:prstGeom>
          <a:solidFill>
            <a:srgbClr val="A76430"/>
          </a:solidFill>
          <a:ln/>
        </p:spPr>
      </p:sp>
      <p:sp>
        <p:nvSpPr>
          <p:cNvPr id="11" name="pt:W434wp7nbwQI"/>
          <p:cNvSpPr/>
          <p:nvPr/>
        </p:nvSpPr>
        <p:spPr>
          <a:xfrm>
            <a:off x="4165600" y="34290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pt:pSbFiWQSjgMX"/>
          <p:cNvSpPr/>
          <p:nvPr/>
        </p:nvSpPr>
        <p:spPr>
          <a:xfrm>
            <a:off x="4889500" y="34290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500" dirty="0"/>
          </a:p>
        </p:txBody>
      </p:sp>
      <p:sp>
        <p:nvSpPr>
          <p:cNvPr id="13" name="pt:hN9SH4Ut4QHo"/>
          <p:cNvSpPr/>
          <p:nvPr/>
        </p:nvSpPr>
        <p:spPr>
          <a:xfrm>
            <a:off x="4165600" y="4813300"/>
            <a:ext cx="4292600" cy="12700"/>
          </a:xfrm>
          <a:prstGeom prst="rect">
            <a:avLst/>
          </a:prstGeom>
          <a:solidFill>
            <a:srgbClr val="A76430"/>
          </a:solidFill>
          <a:ln/>
        </p:spPr>
      </p:sp>
      <p:sp>
        <p:nvSpPr>
          <p:cNvPr id="14" name="pt:ynFE0SAYxbCw"/>
          <p:cNvSpPr/>
          <p:nvPr/>
        </p:nvSpPr>
        <p:spPr>
          <a:xfrm>
            <a:off x="4165600" y="48133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pt:XSsRfo8y-e_6"/>
          <p:cNvSpPr/>
          <p:nvPr/>
        </p:nvSpPr>
        <p:spPr>
          <a:xfrm>
            <a:off x="4889500" y="48133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4iyXlQhKm70C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_tdCAGE-jEZV"/>
          <p:cNvSpPr/>
          <p:nvPr/>
        </p:nvSpPr>
        <p:spPr>
          <a:xfrm>
            <a:off x="457200" y="685800"/>
            <a:ext cx="3911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4" name="pt:SoJJIdx2QlbM"/>
          <p:cNvSpPr/>
          <p:nvPr/>
        </p:nvSpPr>
        <p:spPr>
          <a:xfrm>
            <a:off x="457200" y="1790700"/>
            <a:ext cx="3911600" cy="461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pic>
        <p:nvPicPr>
          <p:cNvPr id="5" name="pt:xWT6a6PEN304" descr="Support team at wor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75200" y="457200"/>
            <a:ext cx="3911600" cy="59436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30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396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BPkknHAlxC7A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TIfyhjVxBuPH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4" name="pt:T2_MzWNjdJY2"/>
          <p:cNvSpPr/>
          <p:nvPr/>
        </p:nvSpPr>
        <p:spPr>
          <a:xfrm>
            <a:off x="4572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5" name="pt:3v1x7GYgOvtx"/>
          <p:cNvSpPr/>
          <p:nvPr/>
        </p:nvSpPr>
        <p:spPr>
          <a:xfrm>
            <a:off x="4572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pt:eduMPID6B1V6"/>
          <p:cNvSpPr/>
          <p:nvPr/>
        </p:nvSpPr>
        <p:spPr>
          <a:xfrm>
            <a:off x="7112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pt:FTXTxKZ9pQNN"/>
          <p:cNvSpPr/>
          <p:nvPr/>
        </p:nvSpPr>
        <p:spPr>
          <a:xfrm>
            <a:off x="7112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8" name="pt:PIpsU9iJrGYM"/>
          <p:cNvSpPr/>
          <p:nvPr/>
        </p:nvSpPr>
        <p:spPr>
          <a:xfrm>
            <a:off x="7112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9" name="pt:FalLPqhkzLe7"/>
          <p:cNvSpPr/>
          <p:nvPr/>
        </p:nvSpPr>
        <p:spPr>
          <a:xfrm>
            <a:off x="25654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10" name="pt:IiSJfpk95Nun"/>
          <p:cNvSpPr/>
          <p:nvPr/>
        </p:nvSpPr>
        <p:spPr>
          <a:xfrm>
            <a:off x="25654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1" name="pt:VDbIyU93jXxs"/>
          <p:cNvSpPr/>
          <p:nvPr/>
        </p:nvSpPr>
        <p:spPr>
          <a:xfrm>
            <a:off x="28194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pt:2HoJviR50xKD"/>
          <p:cNvSpPr/>
          <p:nvPr/>
        </p:nvSpPr>
        <p:spPr>
          <a:xfrm>
            <a:off x="28194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pt:8ikypwEGQU8q"/>
          <p:cNvSpPr/>
          <p:nvPr/>
        </p:nvSpPr>
        <p:spPr>
          <a:xfrm>
            <a:off x="28194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pt:_leWf0ztdNDs"/>
          <p:cNvSpPr/>
          <p:nvPr/>
        </p:nvSpPr>
        <p:spPr>
          <a:xfrm>
            <a:off x="46736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15" name="pt:Lvyj3pB8Uoqo"/>
          <p:cNvSpPr/>
          <p:nvPr/>
        </p:nvSpPr>
        <p:spPr>
          <a:xfrm>
            <a:off x="46736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6" name="pt:YenKqvsJDb9z"/>
          <p:cNvSpPr/>
          <p:nvPr/>
        </p:nvSpPr>
        <p:spPr>
          <a:xfrm>
            <a:off x="49276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pt:kRh6nglYWm1q"/>
          <p:cNvSpPr/>
          <p:nvPr/>
        </p:nvSpPr>
        <p:spPr>
          <a:xfrm>
            <a:off x="49276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8" name="pt:eLyZPOJbelj9"/>
          <p:cNvSpPr/>
          <p:nvPr/>
        </p:nvSpPr>
        <p:spPr>
          <a:xfrm>
            <a:off x="49276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9" name="pt:pI7vxqDing1J"/>
          <p:cNvSpPr/>
          <p:nvPr/>
        </p:nvSpPr>
        <p:spPr>
          <a:xfrm>
            <a:off x="67818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20" name="pt:-OefQrx93ovO"/>
          <p:cNvSpPr/>
          <p:nvPr/>
        </p:nvSpPr>
        <p:spPr>
          <a:xfrm>
            <a:off x="67818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21" name="pt:e5O405H85DQS"/>
          <p:cNvSpPr/>
          <p:nvPr/>
        </p:nvSpPr>
        <p:spPr>
          <a:xfrm>
            <a:off x="70358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pt:ekmn-2rrpG64"/>
          <p:cNvSpPr/>
          <p:nvPr/>
        </p:nvSpPr>
        <p:spPr>
          <a:xfrm>
            <a:off x="70358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3" name="pt:dG115G_VmVRG"/>
          <p:cNvSpPr/>
          <p:nvPr/>
        </p:nvSpPr>
        <p:spPr>
          <a:xfrm>
            <a:off x="70358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qBE5PRuJMs8i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90I71sExMwn_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3000" dirty="0"/>
          </a:p>
        </p:txBody>
      </p:sp>
      <p:sp>
        <p:nvSpPr>
          <p:cNvPr id="4" name="pt:OjYaXQZ_4xXq"/>
          <p:cNvSpPr/>
          <p:nvPr/>
        </p:nvSpPr>
        <p:spPr>
          <a:xfrm>
            <a:off x="457200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2D241C"/>
          </a:solidFill>
          <a:ln/>
        </p:spPr>
      </p:sp>
      <p:sp>
        <p:nvSpPr>
          <p:cNvPr id="5" name="pt:0-bED4fptBzL"/>
          <p:cNvSpPr/>
          <p:nvPr/>
        </p:nvSpPr>
        <p:spPr>
          <a:xfrm>
            <a:off x="457200" y="1790700"/>
            <a:ext cx="76200" cy="2794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pt:nZ_xi3YzWQHa"/>
          <p:cNvSpPr/>
          <p:nvPr/>
        </p:nvSpPr>
        <p:spPr>
          <a:xfrm>
            <a:off x="711200" y="1917700"/>
            <a:ext cx="20658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5000" dirty="0"/>
          </a:p>
        </p:txBody>
      </p:sp>
      <p:sp>
        <p:nvSpPr>
          <p:cNvPr id="7" name="pt:qThj_UJZ-ORE"/>
          <p:cNvSpPr/>
          <p:nvPr/>
        </p:nvSpPr>
        <p:spPr>
          <a:xfrm>
            <a:off x="711200" y="2997200"/>
            <a:ext cx="20658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600" dirty="0"/>
          </a:p>
        </p:txBody>
      </p:sp>
      <p:sp>
        <p:nvSpPr>
          <p:cNvPr id="8" name="pt:XIviH9fiBHOI"/>
          <p:cNvSpPr/>
          <p:nvPr/>
        </p:nvSpPr>
        <p:spPr>
          <a:xfrm>
            <a:off x="3285067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2D241C"/>
          </a:solidFill>
          <a:ln/>
        </p:spPr>
      </p:sp>
      <p:sp>
        <p:nvSpPr>
          <p:cNvPr id="9" name="pt:KcoI5OHJFytw"/>
          <p:cNvSpPr/>
          <p:nvPr/>
        </p:nvSpPr>
        <p:spPr>
          <a:xfrm>
            <a:off x="3285067" y="1790700"/>
            <a:ext cx="76200" cy="27940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pt:f9gWIZ0tchF7"/>
          <p:cNvSpPr/>
          <p:nvPr/>
        </p:nvSpPr>
        <p:spPr>
          <a:xfrm>
            <a:off x="3539067" y="1917700"/>
            <a:ext cx="20658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5000" dirty="0"/>
          </a:p>
        </p:txBody>
      </p:sp>
      <p:sp>
        <p:nvSpPr>
          <p:cNvPr id="11" name="pt:rbewJtlXXjdy"/>
          <p:cNvSpPr/>
          <p:nvPr/>
        </p:nvSpPr>
        <p:spPr>
          <a:xfrm>
            <a:off x="3539067" y="2997200"/>
            <a:ext cx="20658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600" dirty="0"/>
          </a:p>
        </p:txBody>
      </p:sp>
      <p:sp>
        <p:nvSpPr>
          <p:cNvPr id="12" name="pt:r7KA7XTTZ6Zq"/>
          <p:cNvSpPr/>
          <p:nvPr/>
        </p:nvSpPr>
        <p:spPr>
          <a:xfrm>
            <a:off x="6112933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2D241C"/>
          </a:solidFill>
          <a:ln/>
        </p:spPr>
      </p:sp>
      <p:sp>
        <p:nvSpPr>
          <p:cNvPr id="13" name="pt:1_lHRS63x4cF"/>
          <p:cNvSpPr/>
          <p:nvPr/>
        </p:nvSpPr>
        <p:spPr>
          <a:xfrm>
            <a:off x="6112933" y="1790700"/>
            <a:ext cx="76200" cy="2794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4" name="pt:zQLXs1tYXIBZ"/>
          <p:cNvSpPr/>
          <p:nvPr/>
        </p:nvSpPr>
        <p:spPr>
          <a:xfrm>
            <a:off x="6366933" y="1917700"/>
            <a:ext cx="20658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5000" dirty="0"/>
          </a:p>
        </p:txBody>
      </p:sp>
      <p:sp>
        <p:nvSpPr>
          <p:cNvPr id="15" name="pt:5zLBi2HB8a81"/>
          <p:cNvSpPr/>
          <p:nvPr/>
        </p:nvSpPr>
        <p:spPr>
          <a:xfrm>
            <a:off x="6366933" y="2997200"/>
            <a:ext cx="20658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6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8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8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jrjanOuURA-h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-gaY12i3eYcO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900" dirty="0"/>
          </a:p>
        </p:txBody>
      </p:sp>
      <p:sp>
        <p:nvSpPr>
          <p:cNvPr id="4" name="pt:F6nAL1cTS4nf"/>
          <p:cNvSpPr/>
          <p:nvPr/>
        </p:nvSpPr>
        <p:spPr>
          <a:xfrm>
            <a:off x="457200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2D241C"/>
          </a:solidFill>
          <a:ln/>
        </p:spPr>
      </p:sp>
      <p:sp>
        <p:nvSpPr>
          <p:cNvPr id="5" name="pt:DVn4-qX6pD9l"/>
          <p:cNvSpPr/>
          <p:nvPr/>
        </p:nvSpPr>
        <p:spPr>
          <a:xfrm>
            <a:off x="457200" y="1790700"/>
            <a:ext cx="76200" cy="46101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pt:h6TBSmqakZWp"/>
          <p:cNvSpPr/>
          <p:nvPr/>
        </p:nvSpPr>
        <p:spPr>
          <a:xfrm>
            <a:off x="711200" y="1968500"/>
            <a:ext cx="20997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7" name="pt:yDxH6kUSupcD"/>
          <p:cNvSpPr/>
          <p:nvPr/>
        </p:nvSpPr>
        <p:spPr>
          <a:xfrm>
            <a:off x="711200" y="2489200"/>
            <a:ext cx="20997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8" name="pt:gL13gftO39kd"/>
          <p:cNvSpPr/>
          <p:nvPr/>
        </p:nvSpPr>
        <p:spPr>
          <a:xfrm>
            <a:off x="3268133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2D241C"/>
          </a:solidFill>
          <a:ln/>
        </p:spPr>
      </p:sp>
      <p:sp>
        <p:nvSpPr>
          <p:cNvPr id="9" name="pt:taycTN6fs0T1"/>
          <p:cNvSpPr/>
          <p:nvPr/>
        </p:nvSpPr>
        <p:spPr>
          <a:xfrm>
            <a:off x="3268133" y="1790700"/>
            <a:ext cx="76200" cy="46101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pt:tpWcZklPdBmu"/>
          <p:cNvSpPr/>
          <p:nvPr/>
        </p:nvSpPr>
        <p:spPr>
          <a:xfrm>
            <a:off x="3522133" y="1968500"/>
            <a:ext cx="20997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pt:3k7SX4QMZ-zl"/>
          <p:cNvSpPr/>
          <p:nvPr/>
        </p:nvSpPr>
        <p:spPr>
          <a:xfrm>
            <a:off x="3522133" y="2489200"/>
            <a:ext cx="20997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pt:xOJjXQ7LcHEZ"/>
          <p:cNvSpPr/>
          <p:nvPr/>
        </p:nvSpPr>
        <p:spPr>
          <a:xfrm>
            <a:off x="6079067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FB923C"/>
          </a:solidFill>
          <a:ln/>
        </p:spPr>
      </p:sp>
      <p:sp>
        <p:nvSpPr>
          <p:cNvPr id="13" name="pt:lvlQegFCGVrK"/>
          <p:cNvSpPr/>
          <p:nvPr/>
        </p:nvSpPr>
        <p:spPr>
          <a:xfrm>
            <a:off x="6282267" y="1968500"/>
            <a:ext cx="22013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pt:mAqif8CxD4sd"/>
          <p:cNvSpPr/>
          <p:nvPr/>
        </p:nvSpPr>
        <p:spPr>
          <a:xfrm>
            <a:off x="6282267" y="29337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pt:GeiMKc4BIhDP"/>
          <p:cNvSpPr/>
          <p:nvPr/>
        </p:nvSpPr>
        <p:spPr>
          <a:xfrm>
            <a:off x="6282267" y="34544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16" name="pt:YzZtraJEyK7o"/>
          <p:cNvSpPr/>
          <p:nvPr/>
        </p:nvSpPr>
        <p:spPr>
          <a:xfrm>
            <a:off x="6282267" y="3670300"/>
            <a:ext cx="2201333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638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726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8" fill="hold" grpId="0" nodeType="withEffect">
                                  <p:stCondLst>
                                    <p:cond delay="968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6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8" fill="hold" grpId="0" nodeType="withEffect">
                                  <p:stCondLst>
                                    <p:cond delay="1056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PJ9_2dHHD75M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pQ5TDvTp_cFu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4" name="pt:ZXvgHGvslJe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907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YTCVnstF3SxS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YBh7wsUk0Cck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pt:a23XAZhUgba2"/>
          <p:cNvSpPr/>
          <p:nvPr/>
        </p:nvSpPr>
        <p:spPr>
          <a:xfrm>
            <a:off x="457200" y="1968500"/>
            <a:ext cx="8229600" cy="508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5" name="pt:2PB7wpSsuUc-"/>
          <p:cNvSpPr/>
          <p:nvPr/>
        </p:nvSpPr>
        <p:spPr>
          <a:xfrm>
            <a:off x="457200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6" name="pt:VlEVKBnf5vEy"/>
          <p:cNvSpPr/>
          <p:nvPr/>
        </p:nvSpPr>
        <p:spPr>
          <a:xfrm>
            <a:off x="457200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pt:rJGrFn2DlNLB"/>
          <p:cNvSpPr/>
          <p:nvPr/>
        </p:nvSpPr>
        <p:spPr>
          <a:xfrm>
            <a:off x="457200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8" name="pt:L4Oh4ZOSp7_c"/>
          <p:cNvSpPr/>
          <p:nvPr/>
        </p:nvSpPr>
        <p:spPr>
          <a:xfrm>
            <a:off x="457200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9" name="pt:wFFzhQbEfVmv"/>
          <p:cNvSpPr/>
          <p:nvPr/>
        </p:nvSpPr>
        <p:spPr>
          <a:xfrm>
            <a:off x="3268133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0" name="pt:kowQUx9OpDzf"/>
          <p:cNvSpPr/>
          <p:nvPr/>
        </p:nvSpPr>
        <p:spPr>
          <a:xfrm>
            <a:off x="3268133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pt:FdJ6KKqlp9tD"/>
          <p:cNvSpPr/>
          <p:nvPr/>
        </p:nvSpPr>
        <p:spPr>
          <a:xfrm>
            <a:off x="3268133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2" name="pt:6--PHiPLKnpv"/>
          <p:cNvSpPr/>
          <p:nvPr/>
        </p:nvSpPr>
        <p:spPr>
          <a:xfrm>
            <a:off x="3268133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3" name="pt:hml84iaEXqFC"/>
          <p:cNvSpPr/>
          <p:nvPr/>
        </p:nvSpPr>
        <p:spPr>
          <a:xfrm>
            <a:off x="6079067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4" name="pt:r_DPGipLpo7J"/>
          <p:cNvSpPr/>
          <p:nvPr/>
        </p:nvSpPr>
        <p:spPr>
          <a:xfrm>
            <a:off x="6079067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pt:Qn6bRgkbyADr"/>
          <p:cNvSpPr/>
          <p:nvPr/>
        </p:nvSpPr>
        <p:spPr>
          <a:xfrm>
            <a:off x="6079067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6" name="pt:dM9z3WtcVPtf"/>
          <p:cNvSpPr/>
          <p:nvPr/>
        </p:nvSpPr>
        <p:spPr>
          <a:xfrm>
            <a:off x="6079067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noSjAqSIE9NT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t:noSjAqSIE9N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pt:t6nNpYYwpAkr"/>
          <p:cNvSpPr/>
          <p:nvPr/>
        </p:nvSpPr>
        <p:spPr>
          <a:xfrm>
            <a:off x="4572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pt:P47jH6dnmoWW"/>
          <p:cNvSpPr/>
          <p:nvPr/>
        </p:nvSpPr>
        <p:spPr>
          <a:xfrm>
            <a:off x="457200" y="3070860"/>
            <a:ext cx="82296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pt:X-9pjz7HxiMV"/>
          <p:cNvSpPr/>
          <p:nvPr/>
        </p:nvSpPr>
        <p:spPr>
          <a:xfrm>
            <a:off x="457200" y="5184140"/>
            <a:ext cx="82296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2026-10-08T11:47:59Z</dcterms:created>
  <dcterms:modified xsi:type="dcterms:W3CDTF">2026-10-08T11:47:59Z</dcterms:modified>
</cp:coreProperties>
</file>