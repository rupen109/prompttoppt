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Northwind: logistics software that cuts delivery cost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5283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283200" cy="439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7" name="Image 0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growing fast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609600" y="1854200"/>
          <a:ext cx="6803136" cy="4394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30236" y="19304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666736" y="18542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9936" y="2082800"/>
            <a:ext cx="3509264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87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7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67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03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1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81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81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1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97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5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75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75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5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991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9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69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69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far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128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695700"/>
            <a:ext cx="2146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98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163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95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36195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65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230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2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4262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932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297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29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92329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win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2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2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119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484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770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and milestones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8542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310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75025" y="18542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3" name="Text 11"/>
          <p:cNvSpPr/>
          <p:nvPr/>
        </p:nvSpPr>
        <p:spPr>
          <a:xfrm>
            <a:off x="362902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3852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7502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822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7822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40450" y="18542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9" name="Text 17"/>
          <p:cNvSpPr/>
          <p:nvPr/>
        </p:nvSpPr>
        <p:spPr>
          <a:xfrm>
            <a:off x="639445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0395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14045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365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4365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05875" y="18542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15987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96937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90587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907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0907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2800" y="20574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9" name="Text 7"/>
          <p:cNvSpPr/>
          <p:nvPr/>
        </p:nvSpPr>
        <p:spPr>
          <a:xfrm>
            <a:off x="8128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8128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28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69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46600" y="20574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6" name="Text 14"/>
          <p:cNvSpPr/>
          <p:nvPr/>
        </p:nvSpPr>
        <p:spPr>
          <a:xfrm>
            <a:off x="45466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45466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66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466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407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772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0400" y="20574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82804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82804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804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804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705856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0000" dirty="0"/>
          </a:p>
        </p:txBody>
      </p:sp>
      <p:sp>
        <p:nvSpPr>
          <p:cNvPr id="7" name="Shape 5"/>
          <p:cNvSpPr/>
          <p:nvPr/>
        </p:nvSpPr>
        <p:spPr>
          <a:xfrm>
            <a:off x="609600" y="4127500"/>
            <a:ext cx="6985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4318000"/>
            <a:ext cx="5705856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34556" y="19304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1056" y="18542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4256" y="2057400"/>
            <a:ext cx="4504944" cy="398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2026-10-02T19:04:22Z</dcterms:created>
  <dcterms:modified xsi:type="dcterms:W3CDTF">2026-10-02T19:04:22Z</dcterms:modified>
</cp:coreProperties>
</file>