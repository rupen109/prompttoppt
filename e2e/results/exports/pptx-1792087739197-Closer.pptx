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Y4FdWYtQ32Wk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Y4FdWYtQ32W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DaB55DHDvWm5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qKsKw2P_thqg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pt:3Z_fisqK1Fnh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C10Zgl07JJd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rXvS5LMarPPc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yma3q2p4A-Ee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vPqYURWOZnkv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ayV9BX1M5DB0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NFhokW5z0t6t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UDAP2ueDjKFw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u5t2D6Is-LZ1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Duvx-9i9b4wC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DyV8DbyuSIcS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Rm2bnyLb6s3e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50WHk3H259fj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7qcdLqL8q7Wm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HLIk7-ri4Bxq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qiDeUayzLllG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ecQ16BbacDz9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48AqWn8cQPNl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4nKpWuwOWD9v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qXao3RF9IH-S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uB3oh2kYdNX4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pt:-ymPx4JU-fLi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48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4sW9kuqiBES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P9Bxcg04Ldrm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502OhE6XUvNu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6SrgqHhDpzpc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vFCclduCUryO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TLjXuKiyyb8Z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QWHlVqmG-Y2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_-yMsom9q5YR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YjcG9jAe0x3p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N9miNJ6cZSiZ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rhfhL1eU9pfo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t7-H1BPSdmLb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pt:eJ815K_gd2Xv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XmC12rZVw0ek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LFRpN8XXqgGM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KE5OwNNYOsMs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2hFXX3oTfy_V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pt:kHsfb71y-gkH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PPrxu1dsXRVO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MrKvdESik65y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r2yOMwO6HRsA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eaFYLjE2dQKo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pt:8NYGayA2k37T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ZU6EWYTPO0BM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n-RoAtffMPB4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AFEsAfNh3Y-S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IvKbtkOPLgxZ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GhnEjDv4S7IZ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pt:OWQ1h1EdM6h6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pt:6qvaMOWtD8Lk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TQeaaI-dt7vY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pt:Gek-pI9ceo-Z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pt:-df9oEppAlsa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pt:Y_FU1yn7yH1y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oya1h3CYcbS_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pt:yPAISWKmVOsZ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pt:Bw4YJX0Fc3yh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pt:yoaLSGExoCl5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tOUuT_eKoZGO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pt:ceCUgF_H-UF6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decel="10000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decel="10000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decel="10000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decel="10000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decel="10000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6fvBwuiVY4rS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E_Ccv0BHgwRQ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pt:edTCh2064B89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n4ajw9XA7w1u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jLzH5Dd20WAz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OnRKpIsvhQ-r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OuKDIgNtmSMa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pt:lilGTlO_TJ2p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Lx5GnxI0QeqK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JuQil5ic0U6O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morS7-nVWnP8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pt:8fv9lUoCZE0C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Yw78aTrUR3vD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nxjPuiuuEGeY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pw_jEmU0g7iX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grpId="0" nodeType="withEffect">
                                  <p:stCondLst>
                                    <p:cond delay="42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decel="10000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decel="100000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decel="100000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GpeFHSuD3_9Q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dz3IhEmw7RRp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HBMmSRawFto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hIWq4CwuFTO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UoEnKV8wEJuO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nAG7A6_4wrim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8XYu7IA-fun-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uOUaiOv9ZpGV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rU128YjLpSrY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_MQ-M7BJ5R5G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JGdcmwp2-KT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AO_fHMJN2gXA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XD7iHqxXKJeV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rcTTZIJU-83t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qOIYdwWLO8og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qUU9ctilLKJz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VxlT1ukG41PY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pSiHBCZ-dpHZ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decel="10000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decel="10000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ur1cumyt2UnS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ur1cumyt2Un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YktubuKB2VfU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8WcpcJCMoFIS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khzczfXz_PdC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2026-10-15T18:08:59Z</dcterms:created>
  <dcterms:modified xsi:type="dcterms:W3CDTF">2026-10-15T18:08:59Z</dcterms:modified>
</cp:coreProperties>
</file>