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EXPORTED-2486</a:t>
            </a:r>
            <a:endParaRPr lang="en-US" sz="42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2026-10-04T13:05:02Z</dcterms:created>
  <dcterms:modified xsi:type="dcterms:W3CDTF">2026-10-04T13:05:02Z</dcterms:modified>
</cp:coreProperties>
</file>