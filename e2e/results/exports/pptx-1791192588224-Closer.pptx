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2200" y="342900"/>
            <a:ext cx="2882900" cy="61722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3632200" y="342900"/>
            <a:ext cx="2882900" cy="6172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Support team at 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6900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6900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033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2722033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22033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22033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3167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Text 14"/>
          <p:cNvSpPr/>
          <p:nvPr/>
        </p:nvSpPr>
        <p:spPr>
          <a:xfrm>
            <a:off x="4847167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47167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47167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" y="419735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Text 19"/>
          <p:cNvSpPr/>
          <p:nvPr/>
        </p:nvSpPr>
        <p:spPr>
          <a:xfrm>
            <a:off x="596900" y="434975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96900" y="492125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6900" y="561975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69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35560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38100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100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" y="422275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" y="434975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6900" y="485775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96900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6900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9" name="Shape 7"/>
          <p:cNvSpPr/>
          <p:nvPr/>
        </p:nvSpPr>
        <p:spPr>
          <a:xfrm>
            <a:off x="2468033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2722033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22033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Text 1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Text 8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Text 12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Photograph for a sales &amp; proposals presentation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2026-10-05T09:29:48Z</dcterms:created>
  <dcterms:modified xsi:type="dcterms:W3CDTF">2026-10-05T09:29:48Z</dcterms:modified>
</cp:coreProperties>
</file>