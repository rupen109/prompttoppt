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VjeSGcijlGi1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VjeSGcijlG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WAsJmsX0hJo-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N7Dme46V95yv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QA0Y6ARzRj9B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QKl51LFNfm48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5V0eCDM7EDdz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LKLz0q0UjhZ2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K79lCNtKG_vZ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-C0L_--pdAFG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i_q37tsJ-1ga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9jN7bdp9DQGA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tleztsaqNVKL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He_QB5vubJdd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JbKu9tuSYfXL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u_AK5n63dx-y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CZ0CI_zzF_ql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-mga53H1YJ2B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sIKrjqOHroxz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5xV7jeeEQARH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d6a5BOvMByQ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spQopN-9YHBJ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v1R3NnK6zRxN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iV0WE6Y1p3tY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EXPORTED-51156</a:t>
            </a:r>
            <a:endParaRPr lang="en-US" sz="4200" dirty="0"/>
          </a:p>
        </p:txBody>
      </p:sp>
      <p:sp>
        <p:nvSpPr>
          <p:cNvPr id="26" name="pt:Gbl41_8LJz-S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-bJ66GnRC_2q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HbmgLz0trrir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gZFuSCFMSash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stj2btUkUxbS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md3Sq5nokl6O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W1BRNzkWMEB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3pK_fdqdVYmJ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dlgLV7eMYSpi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2-XdjOHA1Ngc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Kltbb4SqTDNl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Iz36X-v_-cBR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UKcbLcqodpHV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3MGoSSDXsKbU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Spf59N6asWVy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a38KqGk-j4Jo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Zf0tvskkTYv_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xkvHRaFxVlx2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aw0RwQpyMvGv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404087"/>
          </a:solidFill>
          <a:ln/>
        </p:spPr>
      </p:sp>
      <p:sp>
        <p:nvSpPr>
          <p:cNvPr id="5" name="pt:oCOLilloRCZ5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3A3A7A"/>
          </a:solidFill>
          <a:ln/>
        </p:spPr>
      </p:sp>
      <p:sp>
        <p:nvSpPr>
          <p:cNvPr id="6" name="pt:XyR66U7zZ8RB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303067"/>
          </a:solidFill>
          <a:ln/>
        </p:spPr>
      </p:sp>
      <p:sp>
        <p:nvSpPr>
          <p:cNvPr id="7" name="pt:DlwIxX7Q137N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x9-zE-JiIPQ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aJ3ptBgaww0R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7m_h90KBVUmH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151AB"/>
          </a:solidFill>
          <a:ln/>
        </p:spPr>
      </p:sp>
      <p:sp>
        <p:nvSpPr>
          <p:cNvPr id="11" name="pt:EFcoPy_ak_in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49499A"/>
          </a:solidFill>
          <a:ln/>
        </p:spPr>
      </p:sp>
      <p:sp>
        <p:nvSpPr>
          <p:cNvPr id="12" name="pt:ofX7rQ5wz9nx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3C3C80"/>
          </a:solidFill>
          <a:ln/>
        </p:spPr>
      </p:sp>
      <p:sp>
        <p:nvSpPr>
          <p:cNvPr id="13" name="pt:jT8BIXnVh6eG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7JLM4qFbGbRv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lPsbH--lAsHU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Wu7Om2FhnsKZ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6363CF"/>
          </a:solidFill>
          <a:ln/>
        </p:spPr>
      </p:sp>
      <p:sp>
        <p:nvSpPr>
          <p:cNvPr id="17" name="pt:Bd_xqn7QyJkw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5858B9"/>
          </a:solidFill>
          <a:ln/>
        </p:spPr>
      </p:sp>
      <p:sp>
        <p:nvSpPr>
          <p:cNvPr id="18" name="pt:9Xrh1y0BojR4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494999"/>
          </a:solidFill>
          <a:ln/>
        </p:spPr>
      </p:sp>
      <p:sp>
        <p:nvSpPr>
          <p:cNvPr id="19" name="pt:2qIKjS7T7GC_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cmNJYshP5EIZ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naheiCY1TEfT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exg80xfH4TQw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23" name="pt:LgvrhFHMSaRN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24" name="pt:3VsUGK2K5n8-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25" name="pt:LWODg-un2WDO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d1ix8I74nSgD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1jTCBLzN4ag-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cIbOin5eCVQo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dd_BaxNeqHi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nkJN_K04tObz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4lgR5-d9UdB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qUmNqBqN05BI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Lq2o2tp3j8vR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XVk3573tPaJC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VCAnNInarZw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VT6Py8D-3qh2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dsh2zefYqpmd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0rlvmeaRfZpM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2jHFbhIaOaM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MnTg_Gxp6U_U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SmXXlG5NALIi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uoqhUHfGDVaD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FSQE1UGw10i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idmdGlP4Q-p8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4zXqDTJ3u898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dA3KXQcvCl7C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decel="100000" nodeType="withEffect">
                                  <p:stCondLst>
                                    <p:cond delay="117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decel="10000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decel="10000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4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decel="10000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XaC91kKAub3r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jd4ZxBjKkvoS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zGf6EsOKg-8B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4XH9t1BG71uj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SukCVCyFGKZp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HlEYPDxApZAq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eDyAVCatSt_s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XIINGi6_c-i0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HfTjtCINalC5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dU_BVizP0juT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aPQviOdXFpoh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smTTVt9M4xGR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HhvV79Z-C4T6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404087"/>
          </a:solidFill>
          <a:ln/>
        </p:spPr>
      </p:sp>
      <p:sp>
        <p:nvSpPr>
          <p:cNvPr id="5" name="pt:aaQlGKiF1CsR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R8t92yZ-S9YO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-JMNG17gOK2x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qwEKCV12ZkyZ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7MUcYgHsTs2B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L1R2B42LKYoy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151AB"/>
          </a:solidFill>
          <a:ln/>
        </p:spPr>
      </p:sp>
      <p:sp>
        <p:nvSpPr>
          <p:cNvPr id="11" name="pt:Cm2AYFqsu82b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kv3LcsALyQeM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NVM0t9kPIdic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sw8ELUZ9QSVT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-JOKWHtt7nAr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XEBjHHjbw9OZ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6363CF"/>
          </a:solidFill>
          <a:ln/>
        </p:spPr>
      </p:sp>
      <p:sp>
        <p:nvSpPr>
          <p:cNvPr id="17" name="pt:5ii85dL59q4X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R1Fqq9VB7eXy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GZz1KeToGcMm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8vbyFWVUGK45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R0709yGfHDm3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OK5SopXgc-D1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23" name="pt:8Hb0qLljmXsH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qBcuPkYHeF_J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FMguB37C1JYY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BEk6UBnVPGUG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YJ7m0Wh5skV1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6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3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45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eKu0IT5ZrR4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JfifduNVYelc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Ezx2kI56UXms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G2yQyrYQbnlS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WbhgyYGTQEJJ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r41BmEHMFPd8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Cat-Ld-q24lL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yeJZrizyj_w5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tWab8tpU3w9a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5lcE_N0VXZqZ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5QrpBsjqgLhh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UD14rjftBZ2i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hfznqEOmlbSl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Lnl8a40i1N9Q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LCWoazcmebc9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I2miPRJY5AzD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Sf7c9wnpP9o-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4DG49W0eXG8D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mKTlMm0GUYlF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BemNERCgOZsS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m_rrovcBwlAT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pniBus0CugYb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PpGaGo3VRdH5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1XXBAUYL9qxm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jBzJPS88IgU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K2ARchUeQ5TM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OWvfSNqeKYSa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iviTHIoSc2a0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hqhPI1dMf2_K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XVnbGlr7lddW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XVnbGlr7ldd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r2A3FNQ5Lvm5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6vKByEk6_AfZ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Qf8yX7xINNER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pXVNUqkNK1-Q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0cNdgwXPo_dc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GQh2A9kZbr0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kabiml_oAGDt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wDptP5P3dWCz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dzQnSKYS2wlZ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QK8TrMdH-kNf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ZlG_Fwr1MTI3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uopU-DotqOnX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xt81iAc7HoCo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xi7CYea21cWW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KeOUF6o5fYRF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658uuZDmcOSu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8N9X8sIziM9Z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8OT5-2voxaW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hFuNDeof1o9N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xvH4mm-n8kNl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IS8f45wFfJOx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zOMMrAXsboLJ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S4i_XkZWRiW9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2026-10-15T18:09:11Z</dcterms:created>
  <dcterms:modified xsi:type="dcterms:W3CDTF">2026-10-15T18:09:11Z</dcterms:modified>
</cp:coreProperties>
</file>