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MIy-fMr2hXlP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MIy-fMr2hXl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Zu3T2aZp56VP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pbdDS4gJ1KR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LP1ColtMoViH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63pRk6HGbCqi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ZkSWf6bsgfgX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OZsNSgEqsM9j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Elg8z6qhiwq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kQ-u4rimGd8P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2aa_9pINH1q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92fr4AduWQ_g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vN3ZbusZARn_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dk-DzX__LB0P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3O6UoHXRqrYw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wvHMgm_C74ul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NNC2CW3mH25q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w5vDYN1pAnX8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Jr4tuSRwbM0-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PMIshE9MeITv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j9ck_OJ8qcwZ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pyH-1AF-V-wz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S2t77kWMtr7s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RowY53DOqmhZ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pt:VGbQWV6cU8AR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lT5Vc5ggBm2i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DCdNDEltT7pb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KkxxtCC-Hz7q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dG8qL_cK54hx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pOfTOgZ9bDPF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eDfxsITFSxnX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_qtHu2LicmKO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wndOGABf90vl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ZypfZ4bPZNqr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auy6crdFYjs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2lJK1jg_nl_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ws6cUtKoMOnE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s_qZXPGDkq4f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dWCXrOVA5E66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ovu30Y8phWbo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mbCYO-njtnW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kchB11EkXbqT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Zgl72OHTVcqw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7LCg7vjjovJn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WgBf1DjOJ1mB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-bc_qt7SFiXJ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ycWu29RDFBdv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nNOPBkVt357e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zU9r8Xa_Ug8S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7OwwVsXzCHWl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8YVieQLwPMxX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kemyIOoPhUeW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hlB_FRx8dZs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nF3m3BnFYZ30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-vX0uiMBvwnM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Idk88OrJ70OX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lE0V8qMwoK3e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rXppqkNXg-RR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bGTQFps-1D93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lBmUbX0qX-HP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69jle06FkeXm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Go2lkjMcM8Vc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KKsB-mM0F5Jm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GVKRxosBZKUE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antKdpQswoLQ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DacOxsQ1H8Sq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LyhUHYwh8--W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FHzMMKbXhcZ4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wAGwzQBuO89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_DXb4iRbREHv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ugG-rEOkCYfw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08O1WPbi3CYG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LNJ5ePOnMKkB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iorNQXhw-U1_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Ydj3_kmLNqYU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RZuRuIWjl8GZ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C5cZbLwXxZD6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Yn3YZnKCI8V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25GEBcRJxVh5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Buu5-EbxGGHR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DFClTj5SXZ6w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daRBhmJ7Izq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Ig4bg43FlKOR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3YHM-VJwXfg2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yrylT20gX2fQ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bCAypSLrkBg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4nhFde4W1Igc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ZNZdPMz27XFX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TXnDLufDunfF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cflLUKAf1T3j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nFkcPl7gUx_o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VqASvJWsjsy3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kNMo2BYRygqv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SlPzUKWYRRS0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zd-x5reQQD0u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NcQ_7ZlM_8T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qE47o1bPqCK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sN5OFpjwrFn5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CqSfJd5awnCJ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94EdB2B8EzMp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V_f1fiFpkC3O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5YzNfOonPZCJ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YWD1FvEW6YdJ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vcQkAh2uvTUX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Kofvsn21p7gu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6EvTawrSi-nw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QUvS6dsCcb0a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-f9C3H8Qhin9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gtpF5XNktPJB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_SRI2qvzQdac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9YJPwCKLnzpL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U5ti8DT5jHX9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7eJBmOTeC-u0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gtbZtyQp77WN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ELPQl1yRvZm8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0GQe_-gTYsWi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m32eQjY0EKdO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YeW0wBL1Rp1W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05qXGCd_BDFV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mkXJuk4MFcJl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h4ybm0BvBXeU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aJbbljpNFY7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5zwm1KynIq9z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LkcynVwn2igk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NDE5OVw6JR10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9N_Hih0SkIpw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Fb_R2gs_VLgJ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AXYxBQ5fBJou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x9VJGsAM37BW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tUUCWcv6HpWI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4x9CcM31upCC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oPixL3VM9vru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jdPuymXAsDRi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og94W3rMxnQH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0frBm_oLAV42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lwnwq3lUh6px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Iq2rfBHGGwVg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iqx8FyGrB8z4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JYPstMJ1WmnX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ZXvVszVLAf-S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UWF1msJMNsOV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ZLnWErPLtvky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jypWr_0_KGrS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lnBpnyUXQr-K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-U1N_aIPbMnC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iC74v9gm5B3l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M9M3ENuQHcTa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iA5vnRTa1qLS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SY4cUbusPJpc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7XMyAR3BTgN6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k18u7YWIy9_k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k18u7YWIy9_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yDdyCKub4Uen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a7B5Txp_5rTo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a3THW6oFRllj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wl1zhmbb1mGP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AWL05Z3l2L3_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g-W-WKdywlFm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-2vHUAquJn4u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whJPxSOz0OCu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ylK_IAuWXomU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WVwEIhaLE3Ql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m4fnxFTPzzS8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D3A-rdDP3pPK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XixpcPYP7e68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BngLH3mJmCA4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HQPK9KKVh6_C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fBbeC8sKf1gP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zp5qFo99jtM3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pjEmoVCo8LLp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uA_JpFVavB8l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BDGsq5pntIE5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0pxILA1o4l9D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o-YFbbk_Kr1E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nWBzBkABNO5D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2026-10-09T15:59:33Z</dcterms:created>
  <dcterms:modified xsi:type="dcterms:W3CDTF">2026-10-09T15:59:33Z</dcterms:modified>
</cp:coreProperties>
</file>