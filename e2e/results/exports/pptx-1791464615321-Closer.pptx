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62Q4IIBkYyP2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pt:62Q4IIBkYyP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pt:zT_m6vaROQx3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pjM1gOltHb7I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pt:trjBD5ccE1FT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Y2JagZcUT8Gl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XmRKGZdcuXm7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pt:0wNTlTuafuB6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pt:KMo6hQyVrd_V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pt:H3dMGpyO4unl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pt:dXuxlHLfKyIj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pt:-fjyLdTxM30O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pt:mwAWMsAFLHvM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pt:V3qLGCgWOJH3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pt:Lh8tm5Ns4zOU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pt:BAjE_9Vb0Uhr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pt:buKYkdVsVQUx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pt:wvO1vEqNiHSH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pt:SinwUN1C4mKZ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pt:dBOO6unmh33z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pt:N_HvmtHeoZYC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pt:LT37eOTYt1uA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pt:ViX1Ni1i6Gw1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XjbiXygK5_UA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SUQVVV_VjHKO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4" name="pt:3dZ6qBJKJpui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grpId="0" nodeType="withEffect">
                                  <p:stCondLst>
                                    <p:cond delay="484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nqO_XjYEmtjc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WTZE4OFueWGe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pt:ZPy2cW8SmARg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5" name="pt:BP7h47zwlu-G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iej5c9VZ_5gC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xJToWni57k-P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pt:reBvJqsDOQ9i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pt:vT1aJyf4n927"/>
          <p:cNvSpPr/>
          <p:nvPr/>
        </p:nvSpPr>
        <p:spPr>
          <a:xfrm>
            <a:off x="342900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hmSo6VWY8nfb"/>
          <p:cNvSpPr/>
          <p:nvPr/>
        </p:nvSpPr>
        <p:spPr>
          <a:xfrm>
            <a:off x="596900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Vy_HBvSv_wux"/>
          <p:cNvSpPr/>
          <p:nvPr/>
        </p:nvSpPr>
        <p:spPr>
          <a:xfrm>
            <a:off x="596900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pt:MOpTKKyh227I"/>
          <p:cNvSpPr/>
          <p:nvPr/>
        </p:nvSpPr>
        <p:spPr>
          <a:xfrm>
            <a:off x="596900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pt:9Rj7XaWSAAkO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0" name="pt:7s6rRbS59hDg"/>
          <p:cNvSpPr/>
          <p:nvPr/>
        </p:nvSpPr>
        <p:spPr>
          <a:xfrm>
            <a:off x="2468033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pt:CeQqjx81YdXp"/>
          <p:cNvSpPr/>
          <p:nvPr/>
        </p:nvSpPr>
        <p:spPr>
          <a:xfrm>
            <a:off x="2722033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pt:xFHCQ4Po5oyA"/>
          <p:cNvSpPr/>
          <p:nvPr/>
        </p:nvSpPr>
        <p:spPr>
          <a:xfrm>
            <a:off x="2722033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pt:_swgh2s0yr2L"/>
          <p:cNvSpPr/>
          <p:nvPr/>
        </p:nvSpPr>
        <p:spPr>
          <a:xfrm>
            <a:off x="2722033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pt:tBz9s0knVv8X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5" name="pt:lZNwrK8ZRDLJ"/>
          <p:cNvSpPr/>
          <p:nvPr/>
        </p:nvSpPr>
        <p:spPr>
          <a:xfrm>
            <a:off x="4593167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pt:36rR7piBWDPf"/>
          <p:cNvSpPr/>
          <p:nvPr/>
        </p:nvSpPr>
        <p:spPr>
          <a:xfrm>
            <a:off x="4847167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pt:M9q7PpErPuLx"/>
          <p:cNvSpPr/>
          <p:nvPr/>
        </p:nvSpPr>
        <p:spPr>
          <a:xfrm>
            <a:off x="4847167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pt:ds_f5WSNttAo"/>
          <p:cNvSpPr/>
          <p:nvPr/>
        </p:nvSpPr>
        <p:spPr>
          <a:xfrm>
            <a:off x="4847167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pt:FSJvd0Ul7IVc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20" name="pt:j0RFylQsSXLn"/>
          <p:cNvSpPr/>
          <p:nvPr/>
        </p:nvSpPr>
        <p:spPr>
          <a:xfrm>
            <a:off x="342900" y="419735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pt:osubtpMN8aAP"/>
          <p:cNvSpPr/>
          <p:nvPr/>
        </p:nvSpPr>
        <p:spPr>
          <a:xfrm>
            <a:off x="596900" y="434975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pt:wls9DGojGQPi"/>
          <p:cNvSpPr/>
          <p:nvPr/>
        </p:nvSpPr>
        <p:spPr>
          <a:xfrm>
            <a:off x="596900" y="492125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pt:n5TVx5eVBIiS"/>
          <p:cNvSpPr/>
          <p:nvPr/>
        </p:nvSpPr>
        <p:spPr>
          <a:xfrm>
            <a:off x="596900" y="561975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HJ6iJLMR-AFH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EA-r2Rqq5p4W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4" name="pt:NwTpxfozo5VG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5" name="pt:T-cmKHNNfmFq"/>
          <p:cNvSpPr/>
          <p:nvPr/>
        </p:nvSpPr>
        <p:spPr>
          <a:xfrm>
            <a:off x="3429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2mOGczT0vcgD"/>
          <p:cNvSpPr/>
          <p:nvPr/>
        </p:nvSpPr>
        <p:spPr>
          <a:xfrm>
            <a:off x="5969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7" name="pt:M6tvsaOTgP1o"/>
          <p:cNvSpPr/>
          <p:nvPr/>
        </p:nvSpPr>
        <p:spPr>
          <a:xfrm>
            <a:off x="5969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8" name="pt:YAC8x9nLiB8p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9" name="pt:DTwXx3Uk_GSp"/>
          <p:cNvSpPr/>
          <p:nvPr/>
        </p:nvSpPr>
        <p:spPr>
          <a:xfrm>
            <a:off x="35560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ehxP2AI3YasT"/>
          <p:cNvSpPr/>
          <p:nvPr/>
        </p:nvSpPr>
        <p:spPr>
          <a:xfrm>
            <a:off x="38100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pt:wIQtyXxuW4l0"/>
          <p:cNvSpPr/>
          <p:nvPr/>
        </p:nvSpPr>
        <p:spPr>
          <a:xfrm>
            <a:off x="38100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pt:mc_CuQRt4ijf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13" name="pt:14aW4Tc5pbmx"/>
          <p:cNvSpPr/>
          <p:nvPr/>
        </p:nvSpPr>
        <p:spPr>
          <a:xfrm>
            <a:off x="342900" y="422275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pt:n2N9UgLLdeDT"/>
          <p:cNvSpPr/>
          <p:nvPr/>
        </p:nvSpPr>
        <p:spPr>
          <a:xfrm>
            <a:off x="596900" y="434975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5" name="pt:vWdNPHh4eDJa"/>
          <p:cNvSpPr/>
          <p:nvPr/>
        </p:nvSpPr>
        <p:spPr>
          <a:xfrm>
            <a:off x="596900" y="485775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decel="10000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decel="10000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decel="10000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decel="10000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decel="10000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decel="10000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GbIOHb_z0JoT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yJacd1l4eSdE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4" name="pt:1JRz30hOE1Wa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pt:mOiBxz9Su1Nf"/>
          <p:cNvSpPr/>
          <p:nvPr/>
        </p:nvSpPr>
        <p:spPr>
          <a:xfrm>
            <a:off x="342900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kundgMS3m9P2"/>
          <p:cNvSpPr/>
          <p:nvPr/>
        </p:nvSpPr>
        <p:spPr>
          <a:xfrm>
            <a:off x="596900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pt:8BUYKiydhVjC"/>
          <p:cNvSpPr/>
          <p:nvPr/>
        </p:nvSpPr>
        <p:spPr>
          <a:xfrm>
            <a:off x="596900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pt:HIaYby5fiKI3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9" name="pt:lhep28_JwtVT"/>
          <p:cNvSpPr/>
          <p:nvPr/>
        </p:nvSpPr>
        <p:spPr>
          <a:xfrm>
            <a:off x="2468033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Ort_ifGpQmYv"/>
          <p:cNvSpPr/>
          <p:nvPr/>
        </p:nvSpPr>
        <p:spPr>
          <a:xfrm>
            <a:off x="2722033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pt:tkI_yoPoH8n_"/>
          <p:cNvSpPr/>
          <p:nvPr/>
        </p:nvSpPr>
        <p:spPr>
          <a:xfrm>
            <a:off x="2722033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pt:ilQbiiC7TTZu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923C"/>
          </a:solidFill>
          <a:ln/>
        </p:spPr>
      </p:sp>
      <p:sp>
        <p:nvSpPr>
          <p:cNvPr id="13" name="pt:4Ur6E9UKzjCl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pt:w0Rnw4lengq0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pt:1hQR5TczBMa4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pt:WVyYfl0K9CQS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3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4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19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292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grpId="0" nodeType="withEffect">
                                  <p:stCondLst>
                                    <p:cond delay="36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grpId="0" nodeType="withEffect">
                                  <p:stCondLst>
                                    <p:cond delay="423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grpId="0" nodeType="withEffect">
                                  <p:stCondLst>
                                    <p:cond delay="481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decel="10000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8" fill="hold" decel="100000" grpId="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decel="100000" grpId="0" nodeType="withEffect">
                                  <p:stCondLst>
                                    <p:cond delay="642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DkTM83u3BOGO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BA_3bCnaTZTV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4" name="pt:TTTx_bvLwst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2L_NTJUuXw8Q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AtoQT8eE5CC7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pt:ThKCV2EdLQQg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pt:lfyt-cS5CaUq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pt:YhIGyabFijJx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nk2e8Yt8TBtU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pt:-7HGinpVr6TF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pt:PJX81RNZrll6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pt:aNUf8lQeKIrF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pt:4EV3qnY_UeSb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pt:XpyVCWEVDg-b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pt:FwhjJzOMzw_Y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pt:Hjdr5O3gUXlH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pt:TScBj4suDSM7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pt:4shrr0aBsJ9_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decel="10000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decel="100000" nodeType="withEffect">
                                  <p:stCondLst>
                                    <p:cond delay="263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decel="10000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decel="100000" nodeType="withEffect">
                                  <p:stCondLst>
                                    <p:cond delay="613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El5aamsJqE9B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pt:El5aamsJqE9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pt:mjoZfRy9fzt3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-Ge6QZ9WtkQ7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pt:vSdcX9JlfDjD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2026-10-08T13:03:35Z</dcterms:created>
  <dcterms:modified xsi:type="dcterms:W3CDTF">2026-10-08T13:03:35Z</dcterms:modified>
</cp:coreProperties>
</file>