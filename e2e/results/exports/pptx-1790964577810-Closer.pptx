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8229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350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0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432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8514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514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514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69596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596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596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60400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88267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488267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6316133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316133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0400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71333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1333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8404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2026-10-02T18:09:37Z</dcterms:created>
  <dcterms:modified xsi:type="dcterms:W3CDTF">2026-10-02T18:09:37Z</dcterms:modified>
</cp:coreProperties>
</file>