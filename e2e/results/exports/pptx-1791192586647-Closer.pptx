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Text 6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Text 9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Text 12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75200" y="457200"/>
            <a:ext cx="3911600" cy="5943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775200" y="457200"/>
            <a:ext cx="3911600" cy="5943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Support team at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2026-10-05T09:29:46Z</dcterms:created>
  <dcterms:modified xsi:type="dcterms:W3CDTF">2026-10-05T09:29:46Z</dcterms:modified>
</cp:coreProperties>
</file>