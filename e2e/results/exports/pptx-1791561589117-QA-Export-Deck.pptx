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MIy-fMr2hXlP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MIy-fMr2hXl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Zu3T2aZp56VP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pbdDS4gJ1KR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LP1ColtMoViH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63pRk6HGbCqi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ZkSWf6bsgfgX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OZsNSgEqsM9j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Elg8z6qhiwq6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kQ-u4rimGd8P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2aa_9pINH1q8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92fr4AduWQ_g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vN3ZbusZARn_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dk-DzX__LB0P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3O6UoHXRqrYw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wvHMgm_C74ul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NNC2CW3mH25q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w5vDYN1pAnX8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Jr4tuSRwbM0-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PMIshE9MeITv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j9ck_OJ8qcwZ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pyH-1AF-V-wz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S2t77kWMtr7s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RowY53DOqmhZ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EXPORTED-88706</a:t>
            </a:r>
            <a:endParaRPr lang="en-US" sz="4200" dirty="0"/>
          </a:p>
        </p:txBody>
      </p:sp>
      <p:sp>
        <p:nvSpPr>
          <p:cNvPr id="26" name="pt:VGbQWV6cU8AR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lT5Vc5ggBm2i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pt:DCdNDEltT7pb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pt:KkxxtCC-Hz7q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pt:dG8qL_cK54hx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pt:pOfTOgZ9bDPF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eDfxsITFSxnX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_qtHu2LicmKO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pt:wndOGABf90vl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ZypfZ4bPZNqr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mauy6crdFYjs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R2lJK1jg_nl_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pt:ws6cUtKoMOnE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t:s_qZXPGDkq4f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pt:dWCXrOVA5E66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pt:ovu30Y8phWbo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ymbCYO-njtnW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kchB11EkXbqT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pt:Zgl72OHTVcqw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7LCg7vjjovJn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pt:WgBf1DjOJ1mB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pt:-bc_qt7SFiXJ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pt:ycWu29RDFBdv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pt:nNOPBkVt357e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pt:zU9r8Xa_Ug8S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7OwwVsXzCHWl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pt:8YVieQLwPMxX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pt:kemyIOoPhUeW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pt:hlB_FRx8dZs2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pt:nF3m3BnFYZ30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pt:-vX0uiMBvwnM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Idk88OrJ70OX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pt:lE0V8qMwoK3e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pt:rXppqkNXg-RR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pt:bGTQFps-1D93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pt:lBmUbX0qX-HP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pt:69jle06FkeXm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Go2lkjMcM8Vc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pt:KKsB-mM0F5Jm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pt:GVKRxosBZKUE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pt:antKdpQswoLQ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pt:DacOxsQ1H8Sq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1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LyhUHYwh8--W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FHzMMKbXhcZ4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pt:wAGwzQBuO89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pt:_DXb4iRbREHv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pt:ugG-rEOkCYfw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pt:08O1WPbi3CYG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pt:LNJ5ePOnMKkB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pt:iorNQXhw-U1_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pt:Ydj3_kmLNqYU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pt:RZuRuIWjl8GZ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pt:C5cZbLwXxZD6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pt:Yn3YZnKCI8V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pt:25GEBcRJxVh5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pt:Buu5-EbxGGHR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pt:DFClTj5SXZ6w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pt:daRBhmJ7Izq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pt:Ig4bg43FlKOR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pt:3YHM-VJwXfg2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pt:yrylT20gX2fQ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decel="100000" nodeType="withEffect">
                                  <p:stCondLst>
                                    <p:cond delay="117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decel="10000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decel="10000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450" fill="hold"/>
                                        <p:tgtEl>
                                          <p:spTgt spid="1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decel="10000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TbCAypSLrkBg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4nhFde4W1Igc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pt:ZNZdPMz27XFX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TXnDLufDunfF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cflLUKAf1T3j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nFkcPl7gUx_o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pt:VqASvJWsjsy3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pt:kNMo2BYRygqv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pt:SlPzUKWYRRS0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zd-x5reQQD0u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TNcQ_7ZlM_8T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QqE47o1bPqCK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pt:sN5OFpjwrFn5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CqSfJd5awnCJ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pt:94EdB2B8EzMp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pt:V_f1fiFpkC3O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pt:5YzNfOonPZCJ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pt:YWD1FvEW6YdJ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pt:vcQkAh2uvTUX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Kofvsn21p7gu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pt:6EvTawrSi-nw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pt:QUvS6dsCcb0a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pt:-f9C3H8Qhin9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pt:gtpF5XNktPJB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pt:_SRI2qvzQdac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9YJPwCKLnzpL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pt:U5ti8DT5jHX9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7eJBmOTeC-u0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gtbZtyQp77WN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pt:ELPQl1yRvZm8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pt:0GQe_-gTYsWi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m32eQjY0EKdO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pt:YeW0wBL1Rp1W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pt:05qXGCd_BDFV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pt:mkXJuk4MFcJl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pt:h4ybm0BvBXeU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09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164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grpId="0" nodeType="withEffect">
                                  <p:stCondLst>
                                    <p:cond delay="32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37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38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grpId="0" nodeType="withEffect">
                                  <p:stCondLst>
                                    <p:cond delay="49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decel="100000" grpId="0" nodeType="withEffect">
                                  <p:stCondLst>
                                    <p:cond delay="536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45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decel="100000" nodeType="withEffect">
                                  <p:stCondLst>
                                    <p:cond delay="547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decel="100000" nodeType="withEffect">
                                  <p:stCondLst>
                                    <p:cond delay="602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decel="100000" grpId="0" nodeType="withEffect">
                                  <p:stCondLst>
                                    <p:cond delay="656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45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45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 build="p"/>
      <p:bldP spid="21" grpId="0" build="p"/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yaJbbljpNFY7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5zwm1KynIq9z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pt:LkcynVwn2igk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NDE5OVw6JR10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9N_Hih0SkIpw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pt:Fb_R2gs_VLgJ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pt:AXYxBQ5fBJou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pt:x9VJGsAM37BW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pt:tUUCWcv6HpWI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pt:4x9CcM31upCC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pt:oPixL3VM9vru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pt:jdPuymXAsDRi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pt:og94W3rMxnQH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pt:0frBm_oLAV42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pt:lwnwq3lUh6px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pt:Iq2rfBHGGwVg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pt:iqx8FyGrB8z4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JYPstMJ1WmnX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ZXvVszVLAf-S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pt:UWF1msJMNsOV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pt:ZLnWErPLtvky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pt:jypWr_0_KGrS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pt:lnBpnyUXQr-K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-U1N_aIPbMnC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iC74v9gm5B3l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pt:M9M3ENuQHcTa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pt:iA5vnRTa1qLS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pt:SY4cUbusPJpc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pt:7XMyAR3BTgN6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decel="10000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k18u7YWIy9_k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k18u7YWIy9_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yDdyCKub4Uen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a7B5Txp_5rTo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a3THW6oFRllj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wl1zhmbb1mGP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AWL05Z3l2L3_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g-W-WKdywlFm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-2vHUAquJn4u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whJPxSOz0OCu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ylK_IAuWXomU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WVwEIhaLE3Ql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m4fnxFTPzzS8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D3A-rdDP3pPK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XixpcPYP7e68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BngLH3mJmCA4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HQPK9KKVh6_C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fBbeC8sKf1gP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zp5qFo99jtM3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pjEmoVCo8LLp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uA_JpFVavB8l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BDGsq5pntIE5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0pxILA1o4l9D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o-YFbbk_Kr1E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pt:nWBzBkABNO5D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2026-10-09T15:59:48Z</dcterms:created>
  <dcterms:modified xsi:type="dcterms:W3CDTF">2026-10-09T15:59:48Z</dcterms:modified>
</cp:coreProperties>
</file>