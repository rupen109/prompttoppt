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5qShE3bJmyim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t:5qShE3bJmyi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pt:wsc0DXqI6OtP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pt:X-GbCGV2eMa-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200" dirty="0"/>
          </a:p>
        </p:txBody>
      </p:sp>
      <p:sp>
        <p:nvSpPr>
          <p:cNvPr id="6" name="pt:_AD0DsHh8sXL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9ojtDzbV80fw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ch4SAx9AJX8a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4" name="pt:z8nmiHSnRPHE"/>
          <p:cNvSpPr/>
          <p:nvPr/>
        </p:nvSpPr>
        <p:spPr>
          <a:xfrm>
            <a:off x="457200" y="20256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" name="pt:Iz4gTqtVmWna"/>
          <p:cNvSpPr/>
          <p:nvPr/>
        </p:nvSpPr>
        <p:spPr>
          <a:xfrm>
            <a:off x="457200" y="2025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pt:wZGYGHqvuSwM"/>
          <p:cNvSpPr/>
          <p:nvPr/>
        </p:nvSpPr>
        <p:spPr>
          <a:xfrm>
            <a:off x="1117600" y="17907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7" name="pt:dxgaNBmuR35-"/>
          <p:cNvSpPr/>
          <p:nvPr/>
        </p:nvSpPr>
        <p:spPr>
          <a:xfrm>
            <a:off x="1117600" y="23336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8" name="pt:X7CPdg4H6vwC"/>
          <p:cNvSpPr/>
          <p:nvPr/>
        </p:nvSpPr>
        <p:spPr>
          <a:xfrm>
            <a:off x="457200" y="31559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pt:FgQ_VzvaN4aa"/>
          <p:cNvSpPr/>
          <p:nvPr/>
        </p:nvSpPr>
        <p:spPr>
          <a:xfrm>
            <a:off x="457200" y="3155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pt:fSbSg_eNfDcL"/>
          <p:cNvSpPr/>
          <p:nvPr/>
        </p:nvSpPr>
        <p:spPr>
          <a:xfrm>
            <a:off x="1117600" y="29210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1" name="pt:7hB2dDrcz-Bd"/>
          <p:cNvSpPr/>
          <p:nvPr/>
        </p:nvSpPr>
        <p:spPr>
          <a:xfrm>
            <a:off x="1117600" y="34639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2" name="pt:hObSc4tJoM1-"/>
          <p:cNvSpPr/>
          <p:nvPr/>
        </p:nvSpPr>
        <p:spPr>
          <a:xfrm>
            <a:off x="457200" y="42862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pt:P1cdtCoGqC-x"/>
          <p:cNvSpPr/>
          <p:nvPr/>
        </p:nvSpPr>
        <p:spPr>
          <a:xfrm>
            <a:off x="457200" y="4286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pt:t_2kz4EprMcX"/>
          <p:cNvSpPr/>
          <p:nvPr/>
        </p:nvSpPr>
        <p:spPr>
          <a:xfrm>
            <a:off x="1117600" y="40513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5" name="pt:y2sI74YU0_BX"/>
          <p:cNvSpPr/>
          <p:nvPr/>
        </p:nvSpPr>
        <p:spPr>
          <a:xfrm>
            <a:off x="1117600" y="45942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6" name="pt:NqzHzl-BUtBz"/>
          <p:cNvSpPr/>
          <p:nvPr/>
        </p:nvSpPr>
        <p:spPr>
          <a:xfrm>
            <a:off x="457200" y="54165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pt:IxQb9IuvcEiV"/>
          <p:cNvSpPr/>
          <p:nvPr/>
        </p:nvSpPr>
        <p:spPr>
          <a:xfrm>
            <a:off x="457200" y="54165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pt:CeatG5DHQOV7"/>
          <p:cNvSpPr/>
          <p:nvPr/>
        </p:nvSpPr>
        <p:spPr>
          <a:xfrm>
            <a:off x="1117600" y="51816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19" name="pt:nc9fa09ZvEAF"/>
          <p:cNvSpPr/>
          <p:nvPr/>
        </p:nvSpPr>
        <p:spPr>
          <a:xfrm>
            <a:off x="1117600" y="57245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MiNRpH12ABmH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daUaHngScSNz"/>
          <p:cNvSpPr/>
          <p:nvPr/>
        </p:nvSpPr>
        <p:spPr>
          <a:xfrm>
            <a:off x="457200" y="685800"/>
            <a:ext cx="3124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2800" dirty="0"/>
          </a:p>
        </p:txBody>
      </p:sp>
      <p:sp>
        <p:nvSpPr>
          <p:cNvPr id="4" name="pt:cDF61_UP6d1p"/>
          <p:cNvSpPr/>
          <p:nvPr/>
        </p:nvSpPr>
        <p:spPr>
          <a:xfrm>
            <a:off x="3937000" y="457200"/>
            <a:ext cx="4749800" cy="5943600"/>
          </a:xfrm>
          <a:prstGeom prst="roundRect">
            <a:avLst>
              <a:gd name="adj" fmla="val 2139"/>
            </a:avLst>
          </a:prstGeom>
          <a:solidFill>
            <a:srgbClr val="FB923C"/>
          </a:solidFill>
          <a:ln/>
        </p:spPr>
      </p:sp>
      <p:sp>
        <p:nvSpPr>
          <p:cNvPr id="5" name="pt:pqHGwr-eO4yK"/>
          <p:cNvSpPr/>
          <p:nvPr/>
        </p:nvSpPr>
        <p:spPr>
          <a:xfrm>
            <a:off x="4165600" y="6604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pt:iEe7JmWHzRyM"/>
          <p:cNvSpPr/>
          <p:nvPr/>
        </p:nvSpPr>
        <p:spPr>
          <a:xfrm>
            <a:off x="4889500" y="6604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500" dirty="0"/>
          </a:p>
        </p:txBody>
      </p:sp>
      <p:sp>
        <p:nvSpPr>
          <p:cNvPr id="7" name="pt:Q83mH3DSXte4"/>
          <p:cNvSpPr/>
          <p:nvPr/>
        </p:nvSpPr>
        <p:spPr>
          <a:xfrm>
            <a:off x="4165600" y="20447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8" name="pt:Pf7juVyUc-IL"/>
          <p:cNvSpPr/>
          <p:nvPr/>
        </p:nvSpPr>
        <p:spPr>
          <a:xfrm>
            <a:off x="4165600" y="20447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pt:DjV717IMQMyj"/>
          <p:cNvSpPr/>
          <p:nvPr/>
        </p:nvSpPr>
        <p:spPr>
          <a:xfrm>
            <a:off x="4889500" y="20447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500" dirty="0"/>
          </a:p>
        </p:txBody>
      </p:sp>
      <p:sp>
        <p:nvSpPr>
          <p:cNvPr id="10" name="pt:h_1u5cHS08fQ"/>
          <p:cNvSpPr/>
          <p:nvPr/>
        </p:nvSpPr>
        <p:spPr>
          <a:xfrm>
            <a:off x="4165600" y="34290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11" name="pt:YAEJMa00pC8m"/>
          <p:cNvSpPr/>
          <p:nvPr/>
        </p:nvSpPr>
        <p:spPr>
          <a:xfrm>
            <a:off x="4165600" y="34290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pt:KOprtH-X4gYr"/>
          <p:cNvSpPr/>
          <p:nvPr/>
        </p:nvSpPr>
        <p:spPr>
          <a:xfrm>
            <a:off x="4889500" y="34290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500" dirty="0"/>
          </a:p>
        </p:txBody>
      </p:sp>
      <p:sp>
        <p:nvSpPr>
          <p:cNvPr id="13" name="pt:3k_Y2iyqn6Tg"/>
          <p:cNvSpPr/>
          <p:nvPr/>
        </p:nvSpPr>
        <p:spPr>
          <a:xfrm>
            <a:off x="4165600" y="48133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14" name="pt:TCgmldn12iLZ"/>
          <p:cNvSpPr/>
          <p:nvPr/>
        </p:nvSpPr>
        <p:spPr>
          <a:xfrm>
            <a:off x="4165600" y="48133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pt:vpHpOfdnCVGf"/>
          <p:cNvSpPr/>
          <p:nvPr/>
        </p:nvSpPr>
        <p:spPr>
          <a:xfrm>
            <a:off x="4889500" y="48133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5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sPRuxcwG9SQ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7wTaOm_ubrEi"/>
          <p:cNvSpPr/>
          <p:nvPr/>
        </p:nvSpPr>
        <p:spPr>
          <a:xfrm>
            <a:off x="457200" y="6858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4" name="pt:DG4LsFUFlhox"/>
          <p:cNvSpPr/>
          <p:nvPr/>
        </p:nvSpPr>
        <p:spPr>
          <a:xfrm>
            <a:off x="457200" y="1790700"/>
            <a:ext cx="3911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5" name="pt:73J_dQqEgcWD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5200" y="457200"/>
            <a:ext cx="3911600" cy="5943600"/>
          </a:xfrm>
          <a:prstGeom prst="rect">
            <a:avLst/>
          </a:prstGeom>
        </p:spPr>
      </p:pic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pdBsH2VsX3zg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UzrGlbdbJmDC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4" name="pt:vNaUaTyny4k7"/>
          <p:cNvSpPr/>
          <p:nvPr/>
        </p:nvSpPr>
        <p:spPr>
          <a:xfrm>
            <a:off x="4572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5" name="pt:2YE3VBaTvtaE"/>
          <p:cNvSpPr/>
          <p:nvPr/>
        </p:nvSpPr>
        <p:spPr>
          <a:xfrm>
            <a:off x="4572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igKqjGx5iHf7"/>
          <p:cNvSpPr/>
          <p:nvPr/>
        </p:nvSpPr>
        <p:spPr>
          <a:xfrm>
            <a:off x="7112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pt:mYE6FptFbbi0"/>
          <p:cNvSpPr/>
          <p:nvPr/>
        </p:nvSpPr>
        <p:spPr>
          <a:xfrm>
            <a:off x="7112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pt:bVk5QseX2tMY"/>
          <p:cNvSpPr/>
          <p:nvPr/>
        </p:nvSpPr>
        <p:spPr>
          <a:xfrm>
            <a:off x="7112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9" name="pt:Tim3oM_KKAmo"/>
          <p:cNvSpPr/>
          <p:nvPr/>
        </p:nvSpPr>
        <p:spPr>
          <a:xfrm>
            <a:off x="25654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10" name="pt:fRts5BAxqL4k"/>
          <p:cNvSpPr/>
          <p:nvPr/>
        </p:nvSpPr>
        <p:spPr>
          <a:xfrm>
            <a:off x="25654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pt:aJ1kfHWI9omz"/>
          <p:cNvSpPr/>
          <p:nvPr/>
        </p:nvSpPr>
        <p:spPr>
          <a:xfrm>
            <a:off x="28194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pt:7QV6pvNjQveq"/>
          <p:cNvSpPr/>
          <p:nvPr/>
        </p:nvSpPr>
        <p:spPr>
          <a:xfrm>
            <a:off x="28194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pt:2D3j8X0YA968"/>
          <p:cNvSpPr/>
          <p:nvPr/>
        </p:nvSpPr>
        <p:spPr>
          <a:xfrm>
            <a:off x="28194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pt:mw3iGs7JyNaT"/>
          <p:cNvSpPr/>
          <p:nvPr/>
        </p:nvSpPr>
        <p:spPr>
          <a:xfrm>
            <a:off x="46736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15" name="pt:PbCjT1c2t8OV"/>
          <p:cNvSpPr/>
          <p:nvPr/>
        </p:nvSpPr>
        <p:spPr>
          <a:xfrm>
            <a:off x="46736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pt:f-GDQKv0fPzo"/>
          <p:cNvSpPr/>
          <p:nvPr/>
        </p:nvSpPr>
        <p:spPr>
          <a:xfrm>
            <a:off x="49276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pt:C0RafwN5BM68"/>
          <p:cNvSpPr/>
          <p:nvPr/>
        </p:nvSpPr>
        <p:spPr>
          <a:xfrm>
            <a:off x="49276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8" name="pt:2clfKJpTWmwa"/>
          <p:cNvSpPr/>
          <p:nvPr/>
        </p:nvSpPr>
        <p:spPr>
          <a:xfrm>
            <a:off x="49276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9" name="pt:cvOjVqZZfTom"/>
          <p:cNvSpPr/>
          <p:nvPr/>
        </p:nvSpPr>
        <p:spPr>
          <a:xfrm>
            <a:off x="67818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20" name="pt:xGxn6df-RiVT"/>
          <p:cNvSpPr/>
          <p:nvPr/>
        </p:nvSpPr>
        <p:spPr>
          <a:xfrm>
            <a:off x="67818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1" name="pt:84dgsNarU3yI"/>
          <p:cNvSpPr/>
          <p:nvPr/>
        </p:nvSpPr>
        <p:spPr>
          <a:xfrm>
            <a:off x="70358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pt:wjbwqfVdLWB3"/>
          <p:cNvSpPr/>
          <p:nvPr/>
        </p:nvSpPr>
        <p:spPr>
          <a:xfrm>
            <a:off x="70358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3" name="pt:eo6fKzVyPCw8"/>
          <p:cNvSpPr/>
          <p:nvPr/>
        </p:nvSpPr>
        <p:spPr>
          <a:xfrm>
            <a:off x="70358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DmNZxfxEdGeA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uvSzQUCEanOB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3000" dirty="0"/>
          </a:p>
        </p:txBody>
      </p:sp>
      <p:sp>
        <p:nvSpPr>
          <p:cNvPr id="4" name="pt:wSj8-nLE1qtb"/>
          <p:cNvSpPr/>
          <p:nvPr/>
        </p:nvSpPr>
        <p:spPr>
          <a:xfrm>
            <a:off x="457200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5" name="pt:1UOVrL1Ix_q6"/>
          <p:cNvSpPr/>
          <p:nvPr/>
        </p:nvSpPr>
        <p:spPr>
          <a:xfrm>
            <a:off x="457200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viKNMx0H_r4N"/>
          <p:cNvSpPr/>
          <p:nvPr/>
        </p:nvSpPr>
        <p:spPr>
          <a:xfrm>
            <a:off x="711200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5000" dirty="0"/>
          </a:p>
        </p:txBody>
      </p:sp>
      <p:sp>
        <p:nvSpPr>
          <p:cNvPr id="7" name="pt:HRc4BuuHhp7I"/>
          <p:cNvSpPr/>
          <p:nvPr/>
        </p:nvSpPr>
        <p:spPr>
          <a:xfrm>
            <a:off x="711200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600" dirty="0"/>
          </a:p>
        </p:txBody>
      </p:sp>
      <p:sp>
        <p:nvSpPr>
          <p:cNvPr id="8" name="pt:bTWDVKqsoAWl"/>
          <p:cNvSpPr/>
          <p:nvPr/>
        </p:nvSpPr>
        <p:spPr>
          <a:xfrm>
            <a:off x="3285067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9" name="pt:3IhM0eBdP43a"/>
          <p:cNvSpPr/>
          <p:nvPr/>
        </p:nvSpPr>
        <p:spPr>
          <a:xfrm>
            <a:off x="3285067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pt:IE55n8d6NbHs"/>
          <p:cNvSpPr/>
          <p:nvPr/>
        </p:nvSpPr>
        <p:spPr>
          <a:xfrm>
            <a:off x="3539067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5000" dirty="0"/>
          </a:p>
        </p:txBody>
      </p:sp>
      <p:sp>
        <p:nvSpPr>
          <p:cNvPr id="11" name="pt:SoZ1_6qpig8r"/>
          <p:cNvSpPr/>
          <p:nvPr/>
        </p:nvSpPr>
        <p:spPr>
          <a:xfrm>
            <a:off x="3539067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600" dirty="0"/>
          </a:p>
        </p:txBody>
      </p:sp>
      <p:sp>
        <p:nvSpPr>
          <p:cNvPr id="12" name="pt:bcwhs41H6w-b"/>
          <p:cNvSpPr/>
          <p:nvPr/>
        </p:nvSpPr>
        <p:spPr>
          <a:xfrm>
            <a:off x="6112933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13" name="pt:IOT1b-xNfZhW"/>
          <p:cNvSpPr/>
          <p:nvPr/>
        </p:nvSpPr>
        <p:spPr>
          <a:xfrm>
            <a:off x="6112933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4" name="pt:wGdFz_F2OsZo"/>
          <p:cNvSpPr/>
          <p:nvPr/>
        </p:nvSpPr>
        <p:spPr>
          <a:xfrm>
            <a:off x="6366933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5000" dirty="0"/>
          </a:p>
        </p:txBody>
      </p:sp>
      <p:sp>
        <p:nvSpPr>
          <p:cNvPr id="15" name="pt:ZhkXoYzCYMdI"/>
          <p:cNvSpPr/>
          <p:nvPr/>
        </p:nvSpPr>
        <p:spPr>
          <a:xfrm>
            <a:off x="6366933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6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decel="10000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decel="10000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decel="10000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decel="10000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decel="10000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decel="10000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_SrI9BbKScXd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Oqa0Vpaa0dYS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900" dirty="0"/>
          </a:p>
        </p:txBody>
      </p:sp>
      <p:sp>
        <p:nvSpPr>
          <p:cNvPr id="4" name="pt:CZU2gnv3H-Cw"/>
          <p:cNvSpPr/>
          <p:nvPr/>
        </p:nvSpPr>
        <p:spPr>
          <a:xfrm>
            <a:off x="457200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2D241C"/>
          </a:solidFill>
          <a:ln/>
        </p:spPr>
      </p:sp>
      <p:sp>
        <p:nvSpPr>
          <p:cNvPr id="5" name="pt:oNp0w8fdkbsr"/>
          <p:cNvSpPr/>
          <p:nvPr/>
        </p:nvSpPr>
        <p:spPr>
          <a:xfrm>
            <a:off x="457200" y="1790700"/>
            <a:ext cx="76200" cy="46101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einSaz_NEJfA"/>
          <p:cNvSpPr/>
          <p:nvPr/>
        </p:nvSpPr>
        <p:spPr>
          <a:xfrm>
            <a:off x="711200" y="1968500"/>
            <a:ext cx="20997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7" name="pt:n_QjBtTTiA3j"/>
          <p:cNvSpPr/>
          <p:nvPr/>
        </p:nvSpPr>
        <p:spPr>
          <a:xfrm>
            <a:off x="711200" y="2489200"/>
            <a:ext cx="20997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8" name="pt:6lBzLR1PIBIm"/>
          <p:cNvSpPr/>
          <p:nvPr/>
        </p:nvSpPr>
        <p:spPr>
          <a:xfrm>
            <a:off x="3268133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2D241C"/>
          </a:solidFill>
          <a:ln/>
        </p:spPr>
      </p:sp>
      <p:sp>
        <p:nvSpPr>
          <p:cNvPr id="9" name="pt:E39u_wdP4H9T"/>
          <p:cNvSpPr/>
          <p:nvPr/>
        </p:nvSpPr>
        <p:spPr>
          <a:xfrm>
            <a:off x="3268133" y="1790700"/>
            <a:ext cx="76200" cy="46101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pt:n2nLQ2CZl4AH"/>
          <p:cNvSpPr/>
          <p:nvPr/>
        </p:nvSpPr>
        <p:spPr>
          <a:xfrm>
            <a:off x="3522133" y="1968500"/>
            <a:ext cx="20997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pt:DeYs0ugH4nFt"/>
          <p:cNvSpPr/>
          <p:nvPr/>
        </p:nvSpPr>
        <p:spPr>
          <a:xfrm>
            <a:off x="3522133" y="2489200"/>
            <a:ext cx="20997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pt:SJqO7LhAL9bd"/>
          <p:cNvSpPr/>
          <p:nvPr/>
        </p:nvSpPr>
        <p:spPr>
          <a:xfrm>
            <a:off x="6079067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923C"/>
          </a:solidFill>
          <a:ln/>
        </p:spPr>
      </p:sp>
      <p:sp>
        <p:nvSpPr>
          <p:cNvPr id="13" name="pt:iCRHmpjogA93"/>
          <p:cNvSpPr/>
          <p:nvPr/>
        </p:nvSpPr>
        <p:spPr>
          <a:xfrm>
            <a:off x="6282267" y="1968500"/>
            <a:ext cx="22013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pt:idDMCcvQ-HMG"/>
          <p:cNvSpPr/>
          <p:nvPr/>
        </p:nvSpPr>
        <p:spPr>
          <a:xfrm>
            <a:off x="6282267" y="29337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pt:Xtl7gH-g2JmA"/>
          <p:cNvSpPr/>
          <p:nvPr/>
        </p:nvSpPr>
        <p:spPr>
          <a:xfrm>
            <a:off x="6282267" y="34544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16" name="pt:7EytXVofa0MY"/>
          <p:cNvSpPr/>
          <p:nvPr/>
        </p:nvSpPr>
        <p:spPr>
          <a:xfrm>
            <a:off x="6282267" y="3670300"/>
            <a:ext cx="220133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3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4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19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292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grpId="0" nodeType="withEffect">
                                  <p:stCondLst>
                                    <p:cond delay="36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grpId="0" nodeType="withEffect">
                                  <p:stCondLst>
                                    <p:cond delay="423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grpId="0" nodeType="withEffect">
                                  <p:stCondLst>
                                    <p:cond delay="481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decel="10000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8" fill="hold" decel="100000" grpId="0" nodeType="withEffect">
                                  <p:stCondLst>
                                    <p:cond delay="583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decel="100000" grpId="0" nodeType="withEffect">
                                  <p:stCondLst>
                                    <p:cond delay="642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decel="100000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ytqkxlBKjuzd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LOQwybqx_koB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4" name="pt:qHSxXhA_BOx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07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ihSw9wC-r4rH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ScKAwGHfqciz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pt:J8gsbT3JyPNO"/>
          <p:cNvSpPr/>
          <p:nvPr/>
        </p:nvSpPr>
        <p:spPr>
          <a:xfrm>
            <a:off x="457200" y="19685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" name="pt:YU8tGaCBEU4L"/>
          <p:cNvSpPr/>
          <p:nvPr/>
        </p:nvSpPr>
        <p:spPr>
          <a:xfrm>
            <a:off x="457200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pt:eyhuj36ylVkV"/>
          <p:cNvSpPr/>
          <p:nvPr/>
        </p:nvSpPr>
        <p:spPr>
          <a:xfrm>
            <a:off x="457200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pt:YHhxCnFuray3"/>
          <p:cNvSpPr/>
          <p:nvPr/>
        </p:nvSpPr>
        <p:spPr>
          <a:xfrm>
            <a:off x="457200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pt:2WGyw0l1Tz2n"/>
          <p:cNvSpPr/>
          <p:nvPr/>
        </p:nvSpPr>
        <p:spPr>
          <a:xfrm>
            <a:off x="457200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9" name="pt:RG2PET6zx5Ex"/>
          <p:cNvSpPr/>
          <p:nvPr/>
        </p:nvSpPr>
        <p:spPr>
          <a:xfrm>
            <a:off x="3268133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pt:j5QfiQl7SRvP"/>
          <p:cNvSpPr/>
          <p:nvPr/>
        </p:nvSpPr>
        <p:spPr>
          <a:xfrm>
            <a:off x="3268133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pt:hOr2iOcPGG1c"/>
          <p:cNvSpPr/>
          <p:nvPr/>
        </p:nvSpPr>
        <p:spPr>
          <a:xfrm>
            <a:off x="3268133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2" name="pt:GJIlheHD8TXr"/>
          <p:cNvSpPr/>
          <p:nvPr/>
        </p:nvSpPr>
        <p:spPr>
          <a:xfrm>
            <a:off x="3268133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3" name="pt:Fzul5jrM9nln"/>
          <p:cNvSpPr/>
          <p:nvPr/>
        </p:nvSpPr>
        <p:spPr>
          <a:xfrm>
            <a:off x="6079067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pt:es_pxwRQB-EP"/>
          <p:cNvSpPr/>
          <p:nvPr/>
        </p:nvSpPr>
        <p:spPr>
          <a:xfrm>
            <a:off x="6079067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pt:PJnTKkQ9HZA4"/>
          <p:cNvSpPr/>
          <p:nvPr/>
        </p:nvSpPr>
        <p:spPr>
          <a:xfrm>
            <a:off x="6079067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6" name="pt:DsDkVDO_lCKf"/>
          <p:cNvSpPr/>
          <p:nvPr/>
        </p:nvSpPr>
        <p:spPr>
          <a:xfrm>
            <a:off x="6079067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8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decel="10000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fill="hold" decel="100000" nodeType="withEffect">
                                  <p:stCondLst>
                                    <p:cond delay="263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decel="10000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decel="100000" nodeType="withEffect">
                                  <p:stCondLst>
                                    <p:cond delay="613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Qu83N-F9_msv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t:Qu83N-F9_msv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pt:148Wrm873Sn4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pt:IrvYwisZfs68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pt:TrqogBh043AL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2026-10-08T13:03:33Z</dcterms:created>
  <dcterms:modified xsi:type="dcterms:W3CDTF">2026-10-08T13:03:33Z</dcterms:modified>
</cp:coreProperties>
</file>