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pitch &amp; investors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EXPORTED-63452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609600"/>
            <a:ext cx="4632960" cy="5638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0" y="609600"/>
            <a:ext cx="4632960" cy="563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pitch &amp; investors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99200" y="609600"/>
            <a:ext cx="5283200" cy="5638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609600"/>
            <a:ext cx="5283200" cy="563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Delivery van in a city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Shape 3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Shape 4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Shape 5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Shape 9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Text 12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Text 24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Text 3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Text 4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Text 8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Text 10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Text 11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Text 13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Text 14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Text 9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Text 15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Text 19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pitch &amp; investors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2026-10-05T09:56:03Z</dcterms:created>
  <dcterms:modified xsi:type="dcterms:W3CDTF">2026-10-05T09:56:03Z</dcterms:modified>
</cp:coreProperties>
</file>