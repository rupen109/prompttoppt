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200" dirty="0"/>
          </a:p>
        </p:txBody>
      </p:sp>
      <p:sp>
        <p:nvSpPr>
          <p:cNvPr id="26" name="Text 22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Shape 3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Shape 4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Shape 5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Text 24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Text 3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Text 4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Text 8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Text 10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Text 11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Text 13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Text 14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Text 9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Text 19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2026-10-04T13:49:19Z</dcterms:created>
  <dcterms:modified xsi:type="dcterms:W3CDTF">2026-10-04T13:49:19Z</dcterms:modified>
</cp:coreProperties>
</file>