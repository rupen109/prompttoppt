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thPPgOdgTUHn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thPPgOdgTUH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ZaWJ2TiMmJSr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OZvWRJNAl0ox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Cjd0_qYf4-DU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yKoxANVMoCxj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6YKaf0L-pGl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Rus7QaAHPCfi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BXig9a7WvVE3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j29JOnBTDhsh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xhisF6PVxv9G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XF9lrzIP45aA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JDUVl2QYt4n7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Jo0LLNIM2Jl9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zgvx-CqG5O6x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48LU4iFIXFUJ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nS3OB7F6pSnK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o6e2B0o_2IJr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m0738gTSF-SU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4Jo4b-E99QCC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mT90QExmviXr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S4d8qRdD8bKS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QLZLvfHitHvp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6bCz-_LAy89I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EXPORTED-26738</a:t>
            </a:r>
            <a:endParaRPr lang="en-US" sz="4200" dirty="0"/>
          </a:p>
        </p:txBody>
      </p:sp>
      <p:sp>
        <p:nvSpPr>
          <p:cNvPr id="26" name="pt:8nSBeEAE98g3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RNll0zGVVtOo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juVy0qPieOkq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31EDrjqCt7bG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xjbYwhxvoA1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jicydc6_QqLN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9PCEmxjTFe49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Yq5XfOux7I26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E5Ic49mAraRf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DfB-xN8G1msO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pZWPJfVHQMqs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Q3n8YhNAGObA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AxE3msose99D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tuIZYpQuvlR_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BwxSaDqFPTtq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SA0FlX-jPNIp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5Hg5bVkHW-1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mCD7QBXlo2AS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aFclDN5oGne-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8FFlXbBp1yd4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pt:sn3mcB3LimTf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pt:i60QhkO5t4sj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ospbv28d767j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5Rc0rKo7lcaP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op0eEsyEf3Oy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FITLWtRKRT6n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pt:JxTxlukgcoMP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pt:ae0iXFqTRyaR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HsOE6ggoxG9i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Z0h_4hH8VMCG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6Q7fH3UZ0612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THWSur2wYhax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pt:SCcoxrnsx-e9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pt:rwz2e1WGOI9H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gmEvKZ5vpCEI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Zk-LPpCp5tQU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7tzo6ktXRuSu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WbfZ7QRqzz83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pt:AmWQE5O9v266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pt:LcxEJeUz8CDB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YXF_PFEhZP66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c-7XNmcnNUhZ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uJD35qw5lFxe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j8d8hzQr9c_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SHnCmfJz9Tw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ctDSwqaAJHYx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oulXwDueceHp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SAjECM-0KTI9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7pzLroWyZm8D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NBvkEPKBqXF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XvIdzqu0s-8v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6QYmXqpfswZJ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6sEJ8h-ls5C4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KA4HdGugYAo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VXEVH9KSMH-f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KPGUltqasGyl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ixArxp3wxYi2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3OZiVLFrYCa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uy1dwcGMQBNS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OgoKLO-4ZEaC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4nohOLFXxKrI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decel="100000" nodeType="withEffect">
                                  <p:stCondLst>
                                    <p:cond delay="117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decel="10000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decel="10000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4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decel="10000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kTA2dUc_69Z_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4MAuVv6Po8q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CLdyJaHCHwad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kKbw9b79i6qj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fFe9VdjfCUyF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eo36Npb309kK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fHQ03TCUIMRH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ZL0wjWA6K3Gt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oQgGXWdZRXAU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amqCLqCAWV-o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IUr9P9ufR8El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3v1NMRK4EcK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u1ZeTST4ni1O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kYiBPsD3L4N1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jXl1V6aABfPT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OeCew2kwZXvY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qnX4zcUrGHaZ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OY7Hwy_Ldv1V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tXEXJR85EMNe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VHgzeO0NRoRl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-lIupXnMtyRK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wCvSTyRumg-r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wBeaZTod74lj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j1XSPy6QpYKw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okHsWMajLu_1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cqy9ykL1lMjy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kJzNO1sxlCCs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7ciuvII1b6HC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mqLFSSxzHbIH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qFPP0g_ftK-V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Z3VB18i_yWIl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7J-HSCWKk7D6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-59lUwkthbuG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0sYgoREzE8m6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hzklRSv9FPID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1IJRwVsq5jiy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09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16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38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grpId="0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decel="100000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5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decel="10000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decel="10000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decel="100000" grpId="0" nodeType="withEffect">
                                  <p:stCondLst>
                                    <p:cond delay="65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45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skmrIq5OmOOv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q9PWA760l-i2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H2UbuLtZDDBk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hSPweZobysPY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EB94deoARl9t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4JL0s0_TRSAe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ru0Xj8pmZAHY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D0kGAmEhMSZG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3ftRG0AUni_f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NWiTZCHE_KKJ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u-GsYxOsNIeS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JV3CTknFZQfO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D0a9jR7SQ_Me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1JbBxj7LlOLT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Tna8yCe6o1tp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yCFGhizOJLm1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-EWRqOESCRT4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kLJkLgcrIkmS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L9Pv7jRVXnX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U6SRvtXGW9EO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9Mz5I8uMtdyH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QQiYcvVgvx-i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iprfs6XU1oV5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GXsrzbQOujaI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pgEYEh9OIFZ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_XJ165VAwv1f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cnqT_5s1Qa0X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wE8Fz1oIKpC8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vzMv8V_ZJuX7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i4TPuakhMg9w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i4TPuakhMg9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ozzcKfV9MkCs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40I7Fku_6iC2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ZK0ruew8plh0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oMXWFOmxSYaK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VT9Y8aTEeLGJ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e8KS4a4Id0OU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dvpOEEbRZeH4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Yd0MLzYM04wd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7f5BbZ8HjG7a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rATF8Qr558YK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SvtzcPngf1Z3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AdcEIgGgJ9j6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hRErKZIeXyMf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v14nTT2Kh0Tn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7voiM_bbniGi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PeOGZkYKbBV6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l8l57fgadjM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JUMhuJgz3v42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EwMgkx7RkIJu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akSZrUex4_6r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_9IUo7qr1pmA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IRaLCXiS9z52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qjBbEN1B0R6S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2026-10-08T13:03:47Z</dcterms:created>
  <dcterms:modified xsi:type="dcterms:W3CDTF">2026-10-08T13:03:47Z</dcterms:modified>
</cp:coreProperties>
</file>