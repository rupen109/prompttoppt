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EXPORTED-27875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528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2832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7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growing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609600" y="1854200"/>
          <a:ext cx="6803136" cy="4394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30236" y="19304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66736" y="18542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9936" y="2082800"/>
            <a:ext cx="3509264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7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7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03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1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81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1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5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75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5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5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91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9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69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9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far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128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695700"/>
            <a:ext cx="214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98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163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5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6195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262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32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97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29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2329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119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484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70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and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542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310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5025" y="18542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3" name="Text 11"/>
          <p:cNvSpPr/>
          <p:nvPr/>
        </p:nvSpPr>
        <p:spPr>
          <a:xfrm>
            <a:off x="362902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3852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7502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822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822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40450" y="18542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445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395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045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365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365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05875" y="18542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5987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6937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0587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907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0907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800" y="20574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128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69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6600" y="20574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466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5466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66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66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07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0400" y="20574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82804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82804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804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04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7058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609600" y="4127500"/>
            <a:ext cx="6985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4318000"/>
            <a:ext cx="5705856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4556" y="19304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1056" y="18542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4256" y="2057400"/>
            <a:ext cx="4504944" cy="398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2026-10-02T18:33:48Z</dcterms:created>
  <dcterms:modified xsi:type="dcterms:W3CDTF">2026-10-02T18:33:48Z</dcterms:modified>
</cp:coreProperties>
</file>