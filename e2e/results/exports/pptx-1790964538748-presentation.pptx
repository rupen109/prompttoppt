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3840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3840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429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1"/>
          <p:cNvSpPr/>
          <p:nvPr/>
        </p:nvSpPr>
        <p:spPr>
          <a:xfrm>
            <a:off x="342900" y="3370580"/>
            <a:ext cx="6172200" cy="197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1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100" dirty="0"/>
          </a:p>
        </p:txBody>
      </p:sp>
      <p:sp>
        <p:nvSpPr>
          <p:cNvPr id="6" name="Text 2"/>
          <p:cNvSpPr/>
          <p:nvPr/>
        </p:nvSpPr>
        <p:spPr>
          <a:xfrm>
            <a:off x="342900" y="5384800"/>
            <a:ext cx="6172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2900" y="19113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" y="19113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3300" y="16764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3300" y="22193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" y="30416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" y="3041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03300" y="28067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3300" y="33496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2900" y="41719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" y="4171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03300" y="39370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3300" y="44799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" y="53022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" y="5302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003300" y="50673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3300" y="56102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2900" y="1676400"/>
            <a:ext cx="61722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2882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2900" y="1676400"/>
            <a:ext cx="28829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7" name="Image 0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32200" y="342900"/>
            <a:ext cx="28829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2900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520700" y="182880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20700" y="240030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20700" y="309880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68033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1" name="Text 9"/>
          <p:cNvSpPr/>
          <p:nvPr/>
        </p:nvSpPr>
        <p:spPr>
          <a:xfrm>
            <a:off x="2645833" y="182880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45833" y="240030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45833" y="309880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93167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5" name="Text 13"/>
          <p:cNvSpPr/>
          <p:nvPr/>
        </p:nvSpPr>
        <p:spPr>
          <a:xfrm>
            <a:off x="4770967" y="182880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70967" y="240030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70967" y="309880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2900" y="419735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9" name="Text 17"/>
          <p:cNvSpPr/>
          <p:nvPr/>
        </p:nvSpPr>
        <p:spPr>
          <a:xfrm>
            <a:off x="520700" y="434975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20700" y="492125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20700" y="561975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29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546100" y="1803400"/>
            <a:ext cx="255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6100" y="2311400"/>
            <a:ext cx="25527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560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3759200" y="1803400"/>
            <a:ext cx="255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759200" y="2311400"/>
            <a:ext cx="25527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" y="422275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FBEFE6"/>
          </a:solidFill>
          <a:ln/>
        </p:spPr>
      </p:sp>
      <p:sp>
        <p:nvSpPr>
          <p:cNvPr id="13" name="Text 11"/>
          <p:cNvSpPr/>
          <p:nvPr/>
        </p:nvSpPr>
        <p:spPr>
          <a:xfrm>
            <a:off x="546100" y="4349750"/>
            <a:ext cx="255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46100" y="4857750"/>
            <a:ext cx="25527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2900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546100" y="18542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6100" y="2374900"/>
            <a:ext cx="15155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033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2671233" y="18542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71233" y="2374900"/>
            <a:ext cx="15155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93167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4796367" y="1854200"/>
            <a:ext cx="15155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796367" y="28194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96367" y="33401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16" name="Text 14"/>
          <p:cNvSpPr/>
          <p:nvPr/>
        </p:nvSpPr>
        <p:spPr>
          <a:xfrm>
            <a:off x="4796367" y="3556000"/>
            <a:ext cx="1515533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" y="1676400"/>
          <a:ext cx="6172200" cy="914400"/>
        </p:xfrm>
        <a:graphic>
          <a:graphicData uri="http://schemas.openxmlformats.org/drawingml/2006/table">
            <a:tbl>
              <a:tblPr/>
              <a:tblGrid>
                <a:gridCol w="1543050"/>
                <a:gridCol w="1543050"/>
                <a:gridCol w="1543050"/>
                <a:gridCol w="15430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2900" y="1854200"/>
            <a:ext cx="6172200" cy="508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7" name="Shape 5"/>
          <p:cNvSpPr/>
          <p:nvPr/>
        </p:nvSpPr>
        <p:spPr>
          <a:xfrm>
            <a:off x="342900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2900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2900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68033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033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68033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468033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93167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6" name="Text 14"/>
          <p:cNvSpPr/>
          <p:nvPr/>
        </p:nvSpPr>
        <p:spPr>
          <a:xfrm>
            <a:off x="4593167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93167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93167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8404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685800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Photograph for a sales &amp; proposals presentation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29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3370580"/>
            <a:ext cx="6172200" cy="197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42900" y="5384800"/>
            <a:ext cx="6172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2026-10-02T18:08:58Z</dcterms:created>
  <dcterms:modified xsi:type="dcterms:W3CDTF">2026-10-02T18:08:58Z</dcterms:modified>
</cp:coreProperties>
</file>