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3370580"/>
            <a:ext cx="82296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457200" y="5339080"/>
            <a:ext cx="8229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0256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25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17600" y="17907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7600" y="23336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59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55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17600" y="29210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17600" y="34639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862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86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117600" y="40513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7600" y="45942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4165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4165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117600" y="51816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7600" y="57245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90700"/>
            <a:ext cx="8229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391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90700"/>
            <a:ext cx="3911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7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5200" y="457200"/>
            <a:ext cx="3911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350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50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54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432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736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5" name="Text 13"/>
          <p:cNvSpPr/>
          <p:nvPr/>
        </p:nvSpPr>
        <p:spPr>
          <a:xfrm>
            <a:off x="48514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514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514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818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69596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596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596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60400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60400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85067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488267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488267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12933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6316133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316133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60400" y="19685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0400" y="2489200"/>
            <a:ext cx="22013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8133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471333" y="19685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1333" y="2489200"/>
            <a:ext cx="22013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79067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6282267" y="1968500"/>
            <a:ext cx="22013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282267" y="29337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2267" y="34544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16" name="Text 14"/>
          <p:cNvSpPr/>
          <p:nvPr/>
        </p:nvSpPr>
        <p:spPr>
          <a:xfrm>
            <a:off x="6282267" y="3670300"/>
            <a:ext cx="2201333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07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68500"/>
            <a:ext cx="8229600" cy="508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68133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3268133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68133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68133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79067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6079067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79067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79067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3370580"/>
            <a:ext cx="82296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457200" y="5339080"/>
            <a:ext cx="8229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2026-10-03T06:08:10Z</dcterms:created>
  <dcterms:modified xsi:type="dcterms:W3CDTF">2026-10-03T06:08:10Z</dcterms:modified>
</cp:coreProperties>
</file>