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TInr5z09JMtM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TInr5z09JMtM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841FnkkeUL9m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h32jGP4dJ5C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AjWBymcZGklC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FsN1-dS1k9QF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jVnSD0wtXbTc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SNdgJX7n5TtC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CAj1sFNU7i6r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VfCFHtiv9fzL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LsLdjqCL2i8w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Cj9Zev3yh_-U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rc817ed0tnfN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kP1PUZyB2NIZ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C99-uD35vjLU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4VH4SwWbXcfX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2vGOySlPW2gc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k1_kBgjBjV4F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S9i15NVbAFvC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lOdHvy3xdoVh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Z18UXTbqbH0g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YkN2D30Oa48H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nyd7JZb96_ea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_yJVNN1Z-Oul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Northwind: logistics software that cuts delivery cost</a:t>
            </a:r>
            <a:endParaRPr lang="en-US" sz="4200" dirty="0"/>
          </a:p>
        </p:txBody>
      </p:sp>
      <p:sp>
        <p:nvSpPr>
          <p:cNvPr id="26" name="pt:Jyqmuh9do5s8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h9X7eqBAsCwS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pt:tPXtr7jtr_KG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pt:NuT9vYtLl2ar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pt:DdWvIRPWst54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pt:g9Teb1dTfp6F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j0w8jLILNjUh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oYp_k6yBU2s_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pt:xN9rOwb-WT4X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5" name="pt:e06ClgVMYJm4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8clxFWWb7JGA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3HRGVWP4rtQ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pt:iIKKC__SjoOJ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t:6n9xfrfP30Ey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pt:kr4sQa-hSwvc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pt:_cd2hDT6JXqX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teuJ9Vsv-RoH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XH563VebntZl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pt:Gxbvh6kQCEEX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zDt10M9h3y0k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pt:1QolC27rEAx8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pt:zoD5FiA2Owgk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pt:-Qvvh_EvLoLi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pt:qEylUlERphCc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pt:OfimsUncM-bV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d4Dd-FDa0Rc1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pt:y_KvNfUPQPoN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pt:Kxx5hx0LGHk3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pt:7ITrMmmG5DvI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pt:AP9GvNWVE0Vp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pt:ejeVjOhCoSvJ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ckk71VTFNKTo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pt:bZojuQkrN7CZ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pt:-AZm0KRb24Ur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pt:odFQw9EHtZoL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pt:O5LQg8F8RzeG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pt:_3uwsWBZsA_O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LTYBg3571EHm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pt:uhPiQTi9wszf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pt:xIZ_QrwNIWil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pt:6C2MWgoS4mQf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pt:qwf_fuIzCTvq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Z_y-vHdhEBuf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1mDgPuSjZBRM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pt:-8ET-2MW2T-z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pt:fXtHT9rrgdSi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pt:4bRTENVAbPmQ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pt:yI0DTmt_ae3-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pt:Uu1CYoO3d_WY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pt:mmiG8qnDyuF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pt:KMq1JDU3-U-7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pt:bWoadun_1UVz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pt:P7-GJD0OB9iA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pt:jCi6NogCXbK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pt:LBC4M5fQhP3l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pt:Ns2mAwvTbzSi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pt:tiA2AsMUTT9I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pt:9E-MppHqLcnF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pt:gZGLBe7a0JWA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pt:xWhZCGVYBo8T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pt:b4xtFiGoeduU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60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600" fill="hold"/>
                                        <p:tgtEl>
                                          <p:spTgt spid="1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cy-MZiLIWiLo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rhkHx1BAZ1U2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pt:S_vQEd_d4qP0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SifTCZsuhbBh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Yh3QQyZg0NYe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pt:k3DOdZvK00LY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pt:Tp15cw8SJzSQ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pt:5lFQNwNqO-fP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pt:4umj1dnF10i9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pt:UjoEc7CPU6QO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6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6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6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m3TQkaBqHQ77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tKgga_yvCwog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pt:INhpd_IjqRgZ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pt:MgTD_D45lT8M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pt:HZpHEI9dQFkn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pt:XSTQ4rTJLFKL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pt:IatmKbQvgK7t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pt:Fyp0B-7L1Myj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pt:cxU4m5xVEs9G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pt:oderkgchELne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pt:nTe4gn1e5VhN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pt:Y_WvCbDw0R7r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pt:6F_Y-Gv2aF5I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pt:YRCCy6jebE8U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pt:x_DlDJsyvdYq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pt:ZeaAGtPh6jQb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pt:dTl4lHPKPwLG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jKggdm6O9KPV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YYN14GrSpfOz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pt:2AgSC84q1SQa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pt:eApOpYTMq_FB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pt:4HHgfYRn5jcs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pt:4SQRVu1a5Jmu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pt:628_eABYNhFn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pt:OtSoFbvWzF0s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pt:cL1Yq9RhoOXV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6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60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6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6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6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6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6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6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  <p:bldP spid="2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XvEPhx34hXYb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C9GoX_sqgQBx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pt:At8l8UwBNEDw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pt:IEnO0DcoWkHE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pt:Okfn22DQLGZQ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pt:tzRDuPBouNB8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pt:Oe2CRKMfEVwl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pt:MejV8rLRlFt4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pt:m5WS9UA-5D4K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pt:RSfK0dVa78Ly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pt:ReTNGKyw-KRf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pt:LpjDC0p17r9L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pt:j000v1XcMppV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pt:Kn3ZRQNRdUM7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pt:PvCRpzcreew9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pt:YEF6ftOgNgK_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pt:lzNz-5PITjKl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pt:S8eHLCU5MLAf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pt:zo6hC6cPZVrd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pt:if26iHePsVRU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pt:utqu8mES3zbL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pt:-6w55Ru2UeUM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pt:Ir_0drZC2zhJ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600" fill="hold"/>
                                        <p:tgtEl>
                                          <p:spTgt spid="8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600" fill="hold"/>
                                        <p:tgtEl>
                                          <p:spTgt spid="1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600" fill="hold"/>
                                        <p:tgtEl>
                                          <p:spTgt spid="1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6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6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HA2feyO7nA5U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pt:kI9SJed5mQO5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pt:pwad3dto3Fjt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pt:12Ae5j3dOAzO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pt:QdlijhTB-cas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pt:WkVSjnFz3rGQ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60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otZ2Jsd3KomS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otZ2Jsd3Kom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sl_SMUwq7tsV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pt:ADSEjXkyXlmp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pt:pADp9n5kRsbR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M93FcFZ8d-Nf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aCZel_fWfwUs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pbWWCFeP9UVf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fGr1snaRhaT1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pt:8ID4eTfonVwv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pt:IBomDNDJSSVG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ff1zhLZnQOjU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U19vsirlcJ9H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f6qnyazoytZf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Q9kzYjfKjD_a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pt:GZtpRDy2sx89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pt:fubAqlf-PVft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bE9EH9b8nYDJ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mXRtaMckPikm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6VIt9hheBJ01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H1aQv_uVdRKa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pt:2_F0fzReCjMf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pt:H4NVlAURkekx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pt:zIGW--wu7gQT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pt:1YFW2Ttdw9gk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2026-10-08T11:47:57Z</dcterms:created>
  <dcterms:modified xsi:type="dcterms:W3CDTF">2026-10-08T11:47:57Z</dcterms:modified>
</cp:coreProperties>
</file>