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NtMW-_X4gUAT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NtMW-_X4gUA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-oQRGztOoC8O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AzHG0DvGh8sf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pt:5jdxfpbQuTdq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LTQsG2w7_GGp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wT1Sa03cQFX8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4" name="pt:RDJg7FIwdcg0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5" name="pt:tcya6IZV8lWP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pt:0mwNA1VSSxoU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7" name="pt:C7cNIlmsF7MO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8" name="pt:Bf0AHmqtoKIN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pt:mQlJehSireS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pt:-Y8IwlcWfPiP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1" name="pt:STeJtL0yA1tK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2" name="pt:HytiQToyaBr6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pt:ldy0SL9tqkaN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pt:oaq3iUR41zjG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5" name="pt:lXyT5TvJZrRH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6" name="pt:-Sw0GyWuV5AG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7" name="pt:hrfOKtxX8hQO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pt:MHZC5yxokNDD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19" name="pt:4pNfyzTQHsEc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9LmO4jKMWv4B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vJOAkGfBgyGo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4" name="pt:yvxNRwwXBkvF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484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qwOT1DcbGGJ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-ood2umo2ba4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4" name="pt:y35gkqsyGCrc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5" name="pt:iD1W50RCuWIG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30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OSIvAkVhfB28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UmUe-0esOy_-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4" name="pt:rmd1wKkFXCmc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VFjFW9IiYYcg"/>
          <p:cNvSpPr/>
          <p:nvPr/>
        </p:nvSpPr>
        <p:spPr>
          <a:xfrm>
            <a:off x="342900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uA72PMtXl36P"/>
          <p:cNvSpPr/>
          <p:nvPr/>
        </p:nvSpPr>
        <p:spPr>
          <a:xfrm>
            <a:off x="596900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4Pp8fGOAULGx"/>
          <p:cNvSpPr/>
          <p:nvPr/>
        </p:nvSpPr>
        <p:spPr>
          <a:xfrm>
            <a:off x="596900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8" name="pt:_P5qprID6iTX"/>
          <p:cNvSpPr/>
          <p:nvPr/>
        </p:nvSpPr>
        <p:spPr>
          <a:xfrm>
            <a:off x="596900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9" name="pt:GicnbP7669XA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0" name="pt:dr5TGWyng2Uw"/>
          <p:cNvSpPr/>
          <p:nvPr/>
        </p:nvSpPr>
        <p:spPr>
          <a:xfrm>
            <a:off x="2468033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1" name="pt:PuiXk_vLq7as"/>
          <p:cNvSpPr/>
          <p:nvPr/>
        </p:nvSpPr>
        <p:spPr>
          <a:xfrm>
            <a:off x="2722033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pt:piBgm8hVjeYo"/>
          <p:cNvSpPr/>
          <p:nvPr/>
        </p:nvSpPr>
        <p:spPr>
          <a:xfrm>
            <a:off x="2722033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pt:RxHTyxTz-ZGe"/>
          <p:cNvSpPr/>
          <p:nvPr/>
        </p:nvSpPr>
        <p:spPr>
          <a:xfrm>
            <a:off x="2722033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pt:2RrXGOrm7MS3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15" name="pt:0nmXcstOLcPR"/>
          <p:cNvSpPr/>
          <p:nvPr/>
        </p:nvSpPr>
        <p:spPr>
          <a:xfrm>
            <a:off x="4593167" y="167640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6" name="pt:XoJDocp07R4j"/>
          <p:cNvSpPr/>
          <p:nvPr/>
        </p:nvSpPr>
        <p:spPr>
          <a:xfrm>
            <a:off x="4847167" y="182880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pt:B1rMIw0mL9yK"/>
          <p:cNvSpPr/>
          <p:nvPr/>
        </p:nvSpPr>
        <p:spPr>
          <a:xfrm>
            <a:off x="4847167" y="240030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8" name="pt:gLIvyy3DoHZv"/>
          <p:cNvSpPr/>
          <p:nvPr/>
        </p:nvSpPr>
        <p:spPr>
          <a:xfrm>
            <a:off x="4847167" y="309880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9" name="pt:OzoHHPxYRQ5w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20" name="pt:oBEQuxuQMCLX"/>
          <p:cNvSpPr/>
          <p:nvPr/>
        </p:nvSpPr>
        <p:spPr>
          <a:xfrm>
            <a:off x="342900" y="4197350"/>
            <a:ext cx="76200" cy="23177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1" name="pt:1dj1mK26AETz"/>
          <p:cNvSpPr/>
          <p:nvPr/>
        </p:nvSpPr>
        <p:spPr>
          <a:xfrm>
            <a:off x="596900" y="4349750"/>
            <a:ext cx="1413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pt:IHYjCG9YUKgO"/>
          <p:cNvSpPr/>
          <p:nvPr/>
        </p:nvSpPr>
        <p:spPr>
          <a:xfrm>
            <a:off x="596900" y="4921250"/>
            <a:ext cx="1413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3" name="pt:iabuyBg9fmS1"/>
          <p:cNvSpPr/>
          <p:nvPr/>
        </p:nvSpPr>
        <p:spPr>
          <a:xfrm>
            <a:off x="596900" y="5619750"/>
            <a:ext cx="14139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-qfkxFps40hk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rPj93g2o5rUc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4" name="pt:ucnWfOdweGLu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5" name="pt:X8B-RJuni5V4"/>
          <p:cNvSpPr/>
          <p:nvPr/>
        </p:nvSpPr>
        <p:spPr>
          <a:xfrm>
            <a:off x="3429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gwz8WiHP8aOZ"/>
          <p:cNvSpPr/>
          <p:nvPr/>
        </p:nvSpPr>
        <p:spPr>
          <a:xfrm>
            <a:off x="5969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7" name="pt:liVfC0t7oBK4"/>
          <p:cNvSpPr/>
          <p:nvPr/>
        </p:nvSpPr>
        <p:spPr>
          <a:xfrm>
            <a:off x="5969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8" name="pt:3p2aqooC8Pah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9" name="pt:aUsa1rVAWexQ"/>
          <p:cNvSpPr/>
          <p:nvPr/>
        </p:nvSpPr>
        <p:spPr>
          <a:xfrm>
            <a:off x="3556000" y="167640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eqK_lj_WkPyM"/>
          <p:cNvSpPr/>
          <p:nvPr/>
        </p:nvSpPr>
        <p:spPr>
          <a:xfrm>
            <a:off x="3810000" y="18034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pt:zacQ_T1jcNyK"/>
          <p:cNvSpPr/>
          <p:nvPr/>
        </p:nvSpPr>
        <p:spPr>
          <a:xfrm>
            <a:off x="3810000" y="231140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pt:USLEUz9_qlwO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2D241C"/>
          </a:solidFill>
          <a:ln/>
        </p:spPr>
      </p:sp>
      <p:sp>
        <p:nvSpPr>
          <p:cNvPr id="13" name="pt:WIhBmjnDi_VI"/>
          <p:cNvSpPr/>
          <p:nvPr/>
        </p:nvSpPr>
        <p:spPr>
          <a:xfrm>
            <a:off x="342900" y="4222750"/>
            <a:ext cx="76200" cy="229235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14" name="pt:EeULHbHV2OlZ"/>
          <p:cNvSpPr/>
          <p:nvPr/>
        </p:nvSpPr>
        <p:spPr>
          <a:xfrm>
            <a:off x="596900" y="434975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5" name="pt:txKiVjnXQNtT"/>
          <p:cNvSpPr/>
          <p:nvPr/>
        </p:nvSpPr>
        <p:spPr>
          <a:xfrm>
            <a:off x="596900" y="4857750"/>
            <a:ext cx="24511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wCe6C_1sT-j1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UA-FJUnrTOvf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4" name="pt:eOiXYGjqE1rm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5" name="pt:hDsbYVxJX7rB"/>
          <p:cNvSpPr/>
          <p:nvPr/>
        </p:nvSpPr>
        <p:spPr>
          <a:xfrm>
            <a:off x="342900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6" name="pt:ctQ3kTJk7UZ8"/>
          <p:cNvSpPr/>
          <p:nvPr/>
        </p:nvSpPr>
        <p:spPr>
          <a:xfrm>
            <a:off x="596900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7" name="pt:CHDIXCJ_WBeJ"/>
          <p:cNvSpPr/>
          <p:nvPr/>
        </p:nvSpPr>
        <p:spPr>
          <a:xfrm>
            <a:off x="596900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8" name="pt:j8f5nCY1QWW9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2D241C"/>
          </a:solidFill>
          <a:ln/>
        </p:spPr>
      </p:sp>
      <p:sp>
        <p:nvSpPr>
          <p:cNvPr id="9" name="pt:nL4cArdjOE21"/>
          <p:cNvSpPr/>
          <p:nvPr/>
        </p:nvSpPr>
        <p:spPr>
          <a:xfrm>
            <a:off x="2468033" y="1676400"/>
            <a:ext cx="76200" cy="48387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10" name="pt:_-HWLUtTzuoM"/>
          <p:cNvSpPr/>
          <p:nvPr/>
        </p:nvSpPr>
        <p:spPr>
          <a:xfrm>
            <a:off x="2722033" y="1854200"/>
            <a:ext cx="14139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pt:1YRZR4FyOpwo"/>
          <p:cNvSpPr/>
          <p:nvPr/>
        </p:nvSpPr>
        <p:spPr>
          <a:xfrm>
            <a:off x="2722033" y="2374900"/>
            <a:ext cx="14139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8F2E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pt:2RCdrzFSelQc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923C"/>
          </a:solidFill>
          <a:ln/>
        </p:spPr>
      </p:sp>
      <p:sp>
        <p:nvSpPr>
          <p:cNvPr id="13" name="pt:FTtM_cmBRMnj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0B0F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pt:jywDl4ORhwZy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pt:BAwt2Z5bddlH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16" name="pt:_GTB0FpxNG_S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0B0F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638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6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726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6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968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6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1056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6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yTyRKGr7o_Do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IMjItWIU-fK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4" name="pt:Y4fKlI76tP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9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4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8F2ED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238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2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5s9a4oY6OY5y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CAFB41"/>
          </a:solidFill>
          <a:ln/>
        </p:spPr>
      </p:sp>
      <p:sp>
        <p:nvSpPr>
          <p:cNvPr id="3" name="pt:zSDXrHtQ7xHc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pt:K3Hyb1_oVi7a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/>
        </p:spPr>
      </p:sp>
      <p:sp>
        <p:nvSpPr>
          <p:cNvPr id="5" name="pt:GG6OP1hQof3X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pt:ZaXkDLfBxnRM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pt:kNyAnHz1TZTN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8" name="pt:Vnj91oQEGQIT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9" name="pt:pMSMfhrcAMtn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0" name="pt:esN_E5I9_lHr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pt:_tXcRh0bK0hI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2" name="pt:GFcFOLWnVVK8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3" name="pt:MrxPVDWWbV5t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4" name="pt:n7rcEchd3j1A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B92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pt:_5RBRm_iGVOF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8F2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6" name="pt:GJvxq1uKUHrU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2AAA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E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ruyzaxZNKp4s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pic>
        <p:nvPicPr>
          <p:cNvPr id="3" name="pt:ruyzaxZNKp4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pt:uuqmI0_LVmuP"/>
          <p:cNvSpPr/>
          <p:nvPr/>
        </p:nvSpPr>
        <p:spPr>
          <a:xfrm>
            <a:off x="342900" y="288036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5" name="pt:Xsm18gKOH8Rk"/>
          <p:cNvSpPr/>
          <p:nvPr/>
        </p:nvSpPr>
        <p:spPr>
          <a:xfrm>
            <a:off x="342900" y="3070860"/>
            <a:ext cx="6172200" cy="2075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pt:FwjJByjtJxVW"/>
          <p:cNvSpPr/>
          <p:nvPr/>
        </p:nvSpPr>
        <p:spPr>
          <a:xfrm>
            <a:off x="342900" y="5184140"/>
            <a:ext cx="6172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FC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2026-10-08T11:48:01Z</dcterms:created>
  <dcterms:modified xsi:type="dcterms:W3CDTF">2026-10-08T11:48:01Z</dcterms:modified>
</cp:coreProperties>
</file>