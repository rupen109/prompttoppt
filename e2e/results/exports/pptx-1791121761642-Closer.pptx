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Text 6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Text 9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Text 12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2026-10-04T13:49:21Z</dcterms:created>
  <dcterms:modified xsi:type="dcterms:W3CDTF">2026-10-04T13:49:21Z</dcterms:modified>
</cp:coreProperties>
</file>