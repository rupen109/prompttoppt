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EXPORTED-52737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09600"/>
            <a:ext cx="4632960" cy="5638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0" y="609600"/>
            <a:ext cx="4632960" cy="563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99200" y="609600"/>
            <a:ext cx="5283200" cy="56388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6299200" y="609600"/>
            <a:ext cx="5283200" cy="563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Delivery van in a city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growing fast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1739900"/>
          <a:ext cx="6803136" cy="4508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30236" y="18161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666736" y="1739900"/>
            <a:ext cx="3915664" cy="45085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9936" y="1968500"/>
            <a:ext cx="3509264" cy="405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375" y="2280920"/>
            <a:ext cx="406400" cy="3556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Shape 3"/>
          <p:cNvSpPr/>
          <p:nvPr/>
        </p:nvSpPr>
        <p:spPr>
          <a:xfrm>
            <a:off x="1755775" y="2280920"/>
            <a:ext cx="406400" cy="355600"/>
          </a:xfrm>
          <a:prstGeom prst="chevron">
            <a:avLst/>
          </a:prstGeom>
          <a:solidFill>
            <a:srgbClr val="6767D9"/>
          </a:solidFill>
          <a:ln/>
        </p:spPr>
      </p:sp>
      <p:sp>
        <p:nvSpPr>
          <p:cNvPr id="6" name="Shape 4"/>
          <p:cNvSpPr/>
          <p:nvPr/>
        </p:nvSpPr>
        <p:spPr>
          <a:xfrm>
            <a:off x="2035175" y="2280920"/>
            <a:ext cx="406400" cy="355600"/>
          </a:xfrm>
          <a:prstGeom prst="chevron">
            <a:avLst/>
          </a:prstGeom>
          <a:solidFill>
            <a:srgbClr val="5555B2"/>
          </a:solidFill>
          <a:ln/>
        </p:spPr>
      </p:sp>
      <p:sp>
        <p:nvSpPr>
          <p:cNvPr id="7" name="Shape 5"/>
          <p:cNvSpPr/>
          <p:nvPr/>
        </p:nvSpPr>
        <p:spPr>
          <a:xfrm>
            <a:off x="18891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2280920"/>
            <a:ext cx="406400" cy="3556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6125" y="2280920"/>
            <a:ext cx="406400" cy="355600"/>
          </a:xfrm>
          <a:prstGeom prst="chevron">
            <a:avLst/>
          </a:prstGeom>
          <a:solidFill>
            <a:srgbClr val="5084D7"/>
          </a:solidFill>
          <a:ln/>
        </p:spPr>
      </p:sp>
      <p:sp>
        <p:nvSpPr>
          <p:cNvPr id="12" name="Shape 10"/>
          <p:cNvSpPr/>
          <p:nvPr/>
        </p:nvSpPr>
        <p:spPr>
          <a:xfrm>
            <a:off x="4835525" y="2280920"/>
            <a:ext cx="406400" cy="355600"/>
          </a:xfrm>
          <a:prstGeom prst="chevron">
            <a:avLst/>
          </a:prstGeom>
          <a:solidFill>
            <a:srgbClr val="426BB1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94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099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099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77075" y="2280920"/>
            <a:ext cx="406400" cy="3556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56475" y="2280920"/>
            <a:ext cx="406400" cy="355600"/>
          </a:xfrm>
          <a:prstGeom prst="chevron">
            <a:avLst/>
          </a:prstGeom>
          <a:solidFill>
            <a:srgbClr val="379FD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5875" y="2280920"/>
            <a:ext cx="406400" cy="355600"/>
          </a:xfrm>
          <a:prstGeom prst="chevron">
            <a:avLst/>
          </a:prstGeom>
          <a:solidFill>
            <a:srgbClr val="2E81B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8982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030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030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7425" y="2280920"/>
            <a:ext cx="406400" cy="3556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56825" y="2280920"/>
            <a:ext cx="406400" cy="355600"/>
          </a:xfrm>
          <a:prstGeom prst="chevron">
            <a:avLst/>
          </a:prstGeom>
          <a:solidFill>
            <a:srgbClr val="1FB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36225" y="2280920"/>
            <a:ext cx="406400" cy="355600"/>
          </a:xfrm>
          <a:prstGeom prst="chevron">
            <a:avLst/>
          </a:prstGeom>
          <a:solidFill>
            <a:srgbClr val="1B97A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0175" y="2763520"/>
            <a:ext cx="12700" cy="342900"/>
          </a:xfrm>
          <a:prstGeom prst="rect">
            <a:avLst/>
          </a:prstGeom>
          <a:solidFill>
            <a:srgbClr val="2D2D3C"/>
          </a:solidFill>
          <a:ln/>
        </p:spPr>
      </p:sp>
      <p:sp>
        <p:nvSpPr>
          <p:cNvPr id="26" name="Text 24"/>
          <p:cNvSpPr/>
          <p:nvPr/>
        </p:nvSpPr>
        <p:spPr>
          <a:xfrm>
            <a:off x="9010650" y="3182620"/>
            <a:ext cx="2571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010650" y="3804920"/>
            <a:ext cx="2571750" cy="2443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far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533650"/>
            <a:ext cx="2590800" cy="292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6" name="Text 3"/>
          <p:cNvSpPr/>
          <p:nvPr/>
        </p:nvSpPr>
        <p:spPr>
          <a:xfrm>
            <a:off x="863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500" dirty="0"/>
          </a:p>
        </p:txBody>
      </p:sp>
      <p:sp>
        <p:nvSpPr>
          <p:cNvPr id="7" name="Text 4"/>
          <p:cNvSpPr/>
          <p:nvPr/>
        </p:nvSpPr>
        <p:spPr>
          <a:xfrm>
            <a:off x="863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600" y="4403090"/>
            <a:ext cx="21463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2533650"/>
            <a:ext cx="2590800" cy="292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3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500" dirty="0"/>
          </a:p>
        </p:txBody>
      </p:sp>
      <p:sp>
        <p:nvSpPr>
          <p:cNvPr id="12" name="Text 8"/>
          <p:cNvSpPr/>
          <p:nvPr/>
        </p:nvSpPr>
        <p:spPr>
          <a:xfrm>
            <a:off x="3657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2533650"/>
            <a:ext cx="2590800" cy="29210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197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7474F3"/>
          </a:solidFill>
          <a:ln/>
        </p:spPr>
      </p:sp>
      <p:sp>
        <p:nvSpPr>
          <p:cNvPr id="15" name="Text 10"/>
          <p:cNvSpPr/>
          <p:nvPr/>
        </p:nvSpPr>
        <p:spPr>
          <a:xfrm>
            <a:off x="6451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500" dirty="0"/>
          </a:p>
        </p:txBody>
      </p:sp>
      <p:sp>
        <p:nvSpPr>
          <p:cNvPr id="16" name="Text 11"/>
          <p:cNvSpPr/>
          <p:nvPr/>
        </p:nvSpPr>
        <p:spPr>
          <a:xfrm>
            <a:off x="6451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33650"/>
            <a:ext cx="2590800" cy="29210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991600" y="2533650"/>
            <a:ext cx="50800" cy="2921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9" name="Text 13"/>
          <p:cNvSpPr/>
          <p:nvPr/>
        </p:nvSpPr>
        <p:spPr>
          <a:xfrm>
            <a:off x="9245600" y="2686050"/>
            <a:ext cx="2146300" cy="993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5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500" dirty="0"/>
          </a:p>
        </p:txBody>
      </p:sp>
      <p:sp>
        <p:nvSpPr>
          <p:cNvPr id="20" name="Text 14"/>
          <p:cNvSpPr/>
          <p:nvPr/>
        </p:nvSpPr>
        <p:spPr>
          <a:xfrm>
            <a:off x="9245600" y="3760470"/>
            <a:ext cx="2146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11900" y="18161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48400" y="1739900"/>
            <a:ext cx="5334000" cy="4508500"/>
          </a:xfrm>
          <a:prstGeom prst="roundRect">
            <a:avLst>
              <a:gd name="adj" fmla="val 2254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19685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77000" y="2565400"/>
            <a:ext cx="48768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600" y="17399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310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5025" y="17399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1" name="Text 9"/>
          <p:cNvSpPr/>
          <p:nvPr/>
        </p:nvSpPr>
        <p:spPr>
          <a:xfrm>
            <a:off x="362902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3852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7502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822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822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0450" y="17399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7" name="Text 15"/>
          <p:cNvSpPr/>
          <p:nvPr/>
        </p:nvSpPr>
        <p:spPr>
          <a:xfrm>
            <a:off x="6394450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3950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0450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3650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43650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5875" y="17399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59875" y="17399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69375" y="25781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05875" y="2501900"/>
            <a:ext cx="2676525" cy="37465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09075" y="26543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9075" y="3213100"/>
            <a:ext cx="2270125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31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19431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28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69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6600" y="19431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466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45466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466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66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40700" y="18161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77200" y="17399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0400" y="19431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400" y="19431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8280400" y="3009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80400" y="33655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80400" y="36703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2A2A39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57088" y="3454400"/>
            <a:ext cx="5925312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609600" y="1866900"/>
            <a:ext cx="5047488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609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4851400"/>
            <a:ext cx="504748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pitch &amp; investors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22D3EE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22D3EE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ECED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2026-10-05T09:35:53Z</dcterms:created>
  <dcterms:modified xsi:type="dcterms:W3CDTF">2026-10-05T09:35:53Z</dcterms:modified>
</cp:coreProperties>
</file>