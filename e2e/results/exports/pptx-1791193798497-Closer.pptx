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2200" y="342900"/>
            <a:ext cx="2882900" cy="6172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32200" y="342900"/>
            <a:ext cx="2882900" cy="6172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Support team at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2026-10-05T09:49:58Z</dcterms:created>
  <dcterms:modified xsi:type="dcterms:W3CDTF">2026-10-05T09:49:58Z</dcterms:modified>
</cp:coreProperties>
</file>