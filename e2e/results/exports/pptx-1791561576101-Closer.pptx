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7DKHyMO06wh4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t:7DKHyMO06wh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pt:JpYrPdHpMeYt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pt:asJSbUYWTES7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200" dirty="0"/>
          </a:p>
        </p:txBody>
      </p:sp>
      <p:sp>
        <p:nvSpPr>
          <p:cNvPr id="6" name="pt:QiNKIYwPeqkH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sTVjPjbEzbGH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Avde3N1_FJbQ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4" name="pt:C5zymdlLiuZ4"/>
          <p:cNvSpPr/>
          <p:nvPr/>
        </p:nvSpPr>
        <p:spPr>
          <a:xfrm>
            <a:off x="457200" y="20256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5" name="pt:fuouentT26jk"/>
          <p:cNvSpPr/>
          <p:nvPr/>
        </p:nvSpPr>
        <p:spPr>
          <a:xfrm>
            <a:off x="457200" y="2025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pt:FdVYsA2FJeoT"/>
          <p:cNvSpPr/>
          <p:nvPr/>
        </p:nvSpPr>
        <p:spPr>
          <a:xfrm>
            <a:off x="1117600" y="17907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7" name="pt:T9NrS8t_Es0O"/>
          <p:cNvSpPr/>
          <p:nvPr/>
        </p:nvSpPr>
        <p:spPr>
          <a:xfrm>
            <a:off x="1117600" y="23336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8" name="pt:c7PayR2Z72Dl"/>
          <p:cNvSpPr/>
          <p:nvPr/>
        </p:nvSpPr>
        <p:spPr>
          <a:xfrm>
            <a:off x="457200" y="31559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9" name="pt:tkH8LpBA6nyn"/>
          <p:cNvSpPr/>
          <p:nvPr/>
        </p:nvSpPr>
        <p:spPr>
          <a:xfrm>
            <a:off x="457200" y="3155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pt:oe7c_9_sZOH9"/>
          <p:cNvSpPr/>
          <p:nvPr/>
        </p:nvSpPr>
        <p:spPr>
          <a:xfrm>
            <a:off x="1117600" y="29210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1" name="pt:Eq2KxsozXnX6"/>
          <p:cNvSpPr/>
          <p:nvPr/>
        </p:nvSpPr>
        <p:spPr>
          <a:xfrm>
            <a:off x="1117600" y="34639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2" name="pt:9Cm2w05HoqNz"/>
          <p:cNvSpPr/>
          <p:nvPr/>
        </p:nvSpPr>
        <p:spPr>
          <a:xfrm>
            <a:off x="457200" y="42862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3" name="pt:R00xuY-bKc_3"/>
          <p:cNvSpPr/>
          <p:nvPr/>
        </p:nvSpPr>
        <p:spPr>
          <a:xfrm>
            <a:off x="457200" y="4286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pt:R5mwkp23YYeb"/>
          <p:cNvSpPr/>
          <p:nvPr/>
        </p:nvSpPr>
        <p:spPr>
          <a:xfrm>
            <a:off x="1117600" y="40513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5" name="pt:sMGnNIFtYyr7"/>
          <p:cNvSpPr/>
          <p:nvPr/>
        </p:nvSpPr>
        <p:spPr>
          <a:xfrm>
            <a:off x="1117600" y="45942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6" name="pt:n5x2B7O1RoE5"/>
          <p:cNvSpPr/>
          <p:nvPr/>
        </p:nvSpPr>
        <p:spPr>
          <a:xfrm>
            <a:off x="457200" y="54165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7" name="pt:3XwkShei3nhz"/>
          <p:cNvSpPr/>
          <p:nvPr/>
        </p:nvSpPr>
        <p:spPr>
          <a:xfrm>
            <a:off x="457200" y="54165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pt:JxVWSB0jvTVr"/>
          <p:cNvSpPr/>
          <p:nvPr/>
        </p:nvSpPr>
        <p:spPr>
          <a:xfrm>
            <a:off x="1117600" y="51816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19" name="pt:z6YLV9UE-Ryn"/>
          <p:cNvSpPr/>
          <p:nvPr/>
        </p:nvSpPr>
        <p:spPr>
          <a:xfrm>
            <a:off x="1117600" y="57245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nodeType="withEffect">
                                  <p:stCondLst>
                                    <p:cond delay="311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nodeType="withEffect">
                                  <p:stCondLst>
                                    <p:cond delay="389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decel="10000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decel="10000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ii4G5YkV_O2s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F8yVAqtnXcOS"/>
          <p:cNvSpPr/>
          <p:nvPr/>
        </p:nvSpPr>
        <p:spPr>
          <a:xfrm>
            <a:off x="457200" y="685800"/>
            <a:ext cx="3124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2800" dirty="0"/>
          </a:p>
        </p:txBody>
      </p:sp>
      <p:sp>
        <p:nvSpPr>
          <p:cNvPr id="4" name="pt:2WL1B-26RABR"/>
          <p:cNvSpPr/>
          <p:nvPr/>
        </p:nvSpPr>
        <p:spPr>
          <a:xfrm>
            <a:off x="3937000" y="457200"/>
            <a:ext cx="4749800" cy="5943600"/>
          </a:xfrm>
          <a:prstGeom prst="roundRect">
            <a:avLst>
              <a:gd name="adj" fmla="val 2139"/>
            </a:avLst>
          </a:prstGeom>
          <a:solidFill>
            <a:srgbClr val="FB923C"/>
          </a:solidFill>
          <a:ln/>
        </p:spPr>
      </p:sp>
      <p:sp>
        <p:nvSpPr>
          <p:cNvPr id="5" name="pt:pT3ydFcGwUMX"/>
          <p:cNvSpPr/>
          <p:nvPr/>
        </p:nvSpPr>
        <p:spPr>
          <a:xfrm>
            <a:off x="4165600" y="6604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pt:NPknGfze-1gd"/>
          <p:cNvSpPr/>
          <p:nvPr/>
        </p:nvSpPr>
        <p:spPr>
          <a:xfrm>
            <a:off x="4889500" y="6604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500" dirty="0"/>
          </a:p>
        </p:txBody>
      </p:sp>
      <p:sp>
        <p:nvSpPr>
          <p:cNvPr id="7" name="pt:xcvlQuPgWhix"/>
          <p:cNvSpPr/>
          <p:nvPr/>
        </p:nvSpPr>
        <p:spPr>
          <a:xfrm>
            <a:off x="4165600" y="20447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8" name="pt:r9VnSCGyoXZi"/>
          <p:cNvSpPr/>
          <p:nvPr/>
        </p:nvSpPr>
        <p:spPr>
          <a:xfrm>
            <a:off x="4165600" y="20447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pt:vvPT0gOf3Xfk"/>
          <p:cNvSpPr/>
          <p:nvPr/>
        </p:nvSpPr>
        <p:spPr>
          <a:xfrm>
            <a:off x="4889500" y="20447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500" dirty="0"/>
          </a:p>
        </p:txBody>
      </p:sp>
      <p:sp>
        <p:nvSpPr>
          <p:cNvPr id="10" name="pt:MVljsXWcKnYQ"/>
          <p:cNvSpPr/>
          <p:nvPr/>
        </p:nvSpPr>
        <p:spPr>
          <a:xfrm>
            <a:off x="4165600" y="34290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11" name="pt:1SdCJvYZmrIL"/>
          <p:cNvSpPr/>
          <p:nvPr/>
        </p:nvSpPr>
        <p:spPr>
          <a:xfrm>
            <a:off x="4165600" y="34290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pt:y0HC_HcfFFBo"/>
          <p:cNvSpPr/>
          <p:nvPr/>
        </p:nvSpPr>
        <p:spPr>
          <a:xfrm>
            <a:off x="4889500" y="34290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500" dirty="0"/>
          </a:p>
        </p:txBody>
      </p:sp>
      <p:sp>
        <p:nvSpPr>
          <p:cNvPr id="13" name="pt:EOLI3uGU_N6g"/>
          <p:cNvSpPr/>
          <p:nvPr/>
        </p:nvSpPr>
        <p:spPr>
          <a:xfrm>
            <a:off x="4165600" y="4813300"/>
            <a:ext cx="4292600" cy="12700"/>
          </a:xfrm>
          <a:prstGeom prst="rect">
            <a:avLst/>
          </a:prstGeom>
          <a:solidFill>
            <a:srgbClr val="A76430"/>
          </a:solidFill>
          <a:ln/>
        </p:spPr>
      </p:sp>
      <p:sp>
        <p:nvSpPr>
          <p:cNvPr id="14" name="pt:6DOjn9bwDqfQ"/>
          <p:cNvSpPr/>
          <p:nvPr/>
        </p:nvSpPr>
        <p:spPr>
          <a:xfrm>
            <a:off x="4165600" y="4813300"/>
            <a:ext cx="6096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pt:mL7gna_oWQEn"/>
          <p:cNvSpPr/>
          <p:nvPr/>
        </p:nvSpPr>
        <p:spPr>
          <a:xfrm>
            <a:off x="4889500" y="4813300"/>
            <a:ext cx="3543300" cy="138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5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BvsBx4E8vcxA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kSGTwKzLuCrX"/>
          <p:cNvSpPr/>
          <p:nvPr/>
        </p:nvSpPr>
        <p:spPr>
          <a:xfrm>
            <a:off x="457200" y="685800"/>
            <a:ext cx="391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4" name="pt:WIW0rx1rhk1I"/>
          <p:cNvSpPr/>
          <p:nvPr/>
        </p:nvSpPr>
        <p:spPr>
          <a:xfrm>
            <a:off x="457200" y="1790700"/>
            <a:ext cx="3911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5" name="pt:NbQSY57AqaSD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5200" y="457200"/>
            <a:ext cx="3911600" cy="5943600"/>
          </a:xfrm>
          <a:prstGeom prst="rect">
            <a:avLst/>
          </a:prstGeom>
        </p:spPr>
      </p:pic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grpId="0" nodeType="withEffect">
                                  <p:stCondLst>
                                    <p:cond delay="396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eJpgYhhcQqiX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kNWLElbhxodE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4" name="pt:kT75HIjittog"/>
          <p:cNvSpPr/>
          <p:nvPr/>
        </p:nvSpPr>
        <p:spPr>
          <a:xfrm>
            <a:off x="4572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5" name="pt:e5weXRdcbD-A"/>
          <p:cNvSpPr/>
          <p:nvPr/>
        </p:nvSpPr>
        <p:spPr>
          <a:xfrm>
            <a:off x="4572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mxTY4Rqi1q9Z"/>
          <p:cNvSpPr/>
          <p:nvPr/>
        </p:nvSpPr>
        <p:spPr>
          <a:xfrm>
            <a:off x="7112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pt:LvW41NXj3xPQ"/>
          <p:cNvSpPr/>
          <p:nvPr/>
        </p:nvSpPr>
        <p:spPr>
          <a:xfrm>
            <a:off x="7112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8" name="pt:ONqfVt9MHEvO"/>
          <p:cNvSpPr/>
          <p:nvPr/>
        </p:nvSpPr>
        <p:spPr>
          <a:xfrm>
            <a:off x="7112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9" name="pt:30kF3VB-6b6c"/>
          <p:cNvSpPr/>
          <p:nvPr/>
        </p:nvSpPr>
        <p:spPr>
          <a:xfrm>
            <a:off x="25654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10" name="pt:UYgps4L_nFRE"/>
          <p:cNvSpPr/>
          <p:nvPr/>
        </p:nvSpPr>
        <p:spPr>
          <a:xfrm>
            <a:off x="25654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1" name="pt:ximQfKJD-LqA"/>
          <p:cNvSpPr/>
          <p:nvPr/>
        </p:nvSpPr>
        <p:spPr>
          <a:xfrm>
            <a:off x="28194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pt:5mCnLXq_usw8"/>
          <p:cNvSpPr/>
          <p:nvPr/>
        </p:nvSpPr>
        <p:spPr>
          <a:xfrm>
            <a:off x="28194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pt:--0AVOD7LMZm"/>
          <p:cNvSpPr/>
          <p:nvPr/>
        </p:nvSpPr>
        <p:spPr>
          <a:xfrm>
            <a:off x="28194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pt:ypQaXfrlYwUm"/>
          <p:cNvSpPr/>
          <p:nvPr/>
        </p:nvSpPr>
        <p:spPr>
          <a:xfrm>
            <a:off x="46736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15" name="pt:ifQVnNMI85W8"/>
          <p:cNvSpPr/>
          <p:nvPr/>
        </p:nvSpPr>
        <p:spPr>
          <a:xfrm>
            <a:off x="46736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6" name="pt:SDnQLE9rxTsd"/>
          <p:cNvSpPr/>
          <p:nvPr/>
        </p:nvSpPr>
        <p:spPr>
          <a:xfrm>
            <a:off x="49276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pt:yucBvsexZSLW"/>
          <p:cNvSpPr/>
          <p:nvPr/>
        </p:nvSpPr>
        <p:spPr>
          <a:xfrm>
            <a:off x="49276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8" name="pt:SjzM4ItGCljv"/>
          <p:cNvSpPr/>
          <p:nvPr/>
        </p:nvSpPr>
        <p:spPr>
          <a:xfrm>
            <a:off x="49276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9" name="pt:caYAMivBiM0Z"/>
          <p:cNvSpPr/>
          <p:nvPr/>
        </p:nvSpPr>
        <p:spPr>
          <a:xfrm>
            <a:off x="67818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2D241C"/>
          </a:solidFill>
          <a:ln/>
        </p:spPr>
      </p:sp>
      <p:sp>
        <p:nvSpPr>
          <p:cNvPr id="20" name="pt:X5g5fu4wdorD"/>
          <p:cNvSpPr/>
          <p:nvPr/>
        </p:nvSpPr>
        <p:spPr>
          <a:xfrm>
            <a:off x="6781800" y="1790700"/>
            <a:ext cx="76200" cy="3302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21" name="pt:aUapL3ec3b8W"/>
          <p:cNvSpPr/>
          <p:nvPr/>
        </p:nvSpPr>
        <p:spPr>
          <a:xfrm>
            <a:off x="7035800" y="1943100"/>
            <a:ext cx="13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pt:Ok1xVtbsnEHA"/>
          <p:cNvSpPr/>
          <p:nvPr/>
        </p:nvSpPr>
        <p:spPr>
          <a:xfrm>
            <a:off x="7035800" y="2514600"/>
            <a:ext cx="13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3" name="pt:X6H6rRKJc-hj"/>
          <p:cNvSpPr/>
          <p:nvPr/>
        </p:nvSpPr>
        <p:spPr>
          <a:xfrm>
            <a:off x="7035800" y="3213100"/>
            <a:ext cx="1397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233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nodeType="withEffect">
                                  <p:stCondLst>
                                    <p:cond delay="311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nodeType="withEffect">
                                  <p:stCondLst>
                                    <p:cond delay="389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decel="100000" nodeType="withEffect">
                                  <p:stCondLst>
                                    <p:cond delay="467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decel="10000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decel="100000" nodeType="withEffect">
                                  <p:stCondLst>
                                    <p:cond delay="622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LZpvyvNOMqPl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pYNZgcjdyvCp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3000" dirty="0"/>
          </a:p>
        </p:txBody>
      </p:sp>
      <p:sp>
        <p:nvSpPr>
          <p:cNvPr id="4" name="pt:-J2lKrePoi6_"/>
          <p:cNvSpPr/>
          <p:nvPr/>
        </p:nvSpPr>
        <p:spPr>
          <a:xfrm>
            <a:off x="457200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5" name="pt:wY0svOS9bKFo"/>
          <p:cNvSpPr/>
          <p:nvPr/>
        </p:nvSpPr>
        <p:spPr>
          <a:xfrm>
            <a:off x="457200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UdVjcfDjMtMC"/>
          <p:cNvSpPr/>
          <p:nvPr/>
        </p:nvSpPr>
        <p:spPr>
          <a:xfrm>
            <a:off x="711200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5000" dirty="0"/>
          </a:p>
        </p:txBody>
      </p:sp>
      <p:sp>
        <p:nvSpPr>
          <p:cNvPr id="7" name="pt:q9BDAtgDfnCY"/>
          <p:cNvSpPr/>
          <p:nvPr/>
        </p:nvSpPr>
        <p:spPr>
          <a:xfrm>
            <a:off x="711200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600" dirty="0"/>
          </a:p>
        </p:txBody>
      </p:sp>
      <p:sp>
        <p:nvSpPr>
          <p:cNvPr id="8" name="pt:LYSaFpJiG3LL"/>
          <p:cNvSpPr/>
          <p:nvPr/>
        </p:nvSpPr>
        <p:spPr>
          <a:xfrm>
            <a:off x="3285067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9" name="pt:eipVNr_JvfaL"/>
          <p:cNvSpPr/>
          <p:nvPr/>
        </p:nvSpPr>
        <p:spPr>
          <a:xfrm>
            <a:off x="3285067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pt:IihAZZwbiEaQ"/>
          <p:cNvSpPr/>
          <p:nvPr/>
        </p:nvSpPr>
        <p:spPr>
          <a:xfrm>
            <a:off x="3539067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5000" dirty="0"/>
          </a:p>
        </p:txBody>
      </p:sp>
      <p:sp>
        <p:nvSpPr>
          <p:cNvPr id="11" name="pt:eQr_OlkgZ5Uv"/>
          <p:cNvSpPr/>
          <p:nvPr/>
        </p:nvSpPr>
        <p:spPr>
          <a:xfrm>
            <a:off x="3539067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600" dirty="0"/>
          </a:p>
        </p:txBody>
      </p:sp>
      <p:sp>
        <p:nvSpPr>
          <p:cNvPr id="12" name="pt:nf6xdC1a64Ej"/>
          <p:cNvSpPr/>
          <p:nvPr/>
        </p:nvSpPr>
        <p:spPr>
          <a:xfrm>
            <a:off x="6112933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2D241C"/>
          </a:solidFill>
          <a:ln/>
        </p:spPr>
      </p:sp>
      <p:sp>
        <p:nvSpPr>
          <p:cNvPr id="13" name="pt:7uGMUqj5AtVS"/>
          <p:cNvSpPr/>
          <p:nvPr/>
        </p:nvSpPr>
        <p:spPr>
          <a:xfrm>
            <a:off x="6112933" y="1790700"/>
            <a:ext cx="76200" cy="27940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4" name="pt:PAysbsDGC9nu"/>
          <p:cNvSpPr/>
          <p:nvPr/>
        </p:nvSpPr>
        <p:spPr>
          <a:xfrm>
            <a:off x="6366933" y="1917700"/>
            <a:ext cx="20658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5000" dirty="0"/>
          </a:p>
        </p:txBody>
      </p:sp>
      <p:sp>
        <p:nvSpPr>
          <p:cNvPr id="15" name="pt:Qa0o_O-2ZLkH"/>
          <p:cNvSpPr/>
          <p:nvPr/>
        </p:nvSpPr>
        <p:spPr>
          <a:xfrm>
            <a:off x="6366933" y="2997200"/>
            <a:ext cx="20658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6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decel="10000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fill="hold" decel="10000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decel="10000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decel="10000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decel="10000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decel="10000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decel="10000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PjqcVyR5MD3r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qdRi7A1kAVpu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900" dirty="0"/>
          </a:p>
        </p:txBody>
      </p:sp>
      <p:sp>
        <p:nvSpPr>
          <p:cNvPr id="4" name="pt:0EwDzOy4ZaSL"/>
          <p:cNvSpPr/>
          <p:nvPr/>
        </p:nvSpPr>
        <p:spPr>
          <a:xfrm>
            <a:off x="457200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2D241C"/>
          </a:solidFill>
          <a:ln/>
        </p:spPr>
      </p:sp>
      <p:sp>
        <p:nvSpPr>
          <p:cNvPr id="5" name="pt:5eNPqvlppB0g"/>
          <p:cNvSpPr/>
          <p:nvPr/>
        </p:nvSpPr>
        <p:spPr>
          <a:xfrm>
            <a:off x="457200" y="1790700"/>
            <a:ext cx="76200" cy="46101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MNI0WW0KaR1_"/>
          <p:cNvSpPr/>
          <p:nvPr/>
        </p:nvSpPr>
        <p:spPr>
          <a:xfrm>
            <a:off x="711200" y="1968500"/>
            <a:ext cx="20997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7" name="pt:3fLrB7MP8tDR"/>
          <p:cNvSpPr/>
          <p:nvPr/>
        </p:nvSpPr>
        <p:spPr>
          <a:xfrm>
            <a:off x="711200" y="2489200"/>
            <a:ext cx="20997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8" name="pt:UxFahjFkEmq6"/>
          <p:cNvSpPr/>
          <p:nvPr/>
        </p:nvSpPr>
        <p:spPr>
          <a:xfrm>
            <a:off x="3268133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2D241C"/>
          </a:solidFill>
          <a:ln/>
        </p:spPr>
      </p:sp>
      <p:sp>
        <p:nvSpPr>
          <p:cNvPr id="9" name="pt:Rfg5bAZe3O08"/>
          <p:cNvSpPr/>
          <p:nvPr/>
        </p:nvSpPr>
        <p:spPr>
          <a:xfrm>
            <a:off x="3268133" y="1790700"/>
            <a:ext cx="76200" cy="46101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pt:h65lX_eDs8Uf"/>
          <p:cNvSpPr/>
          <p:nvPr/>
        </p:nvSpPr>
        <p:spPr>
          <a:xfrm>
            <a:off x="3522133" y="1968500"/>
            <a:ext cx="20997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pt:6NhC_4MvGcfv"/>
          <p:cNvSpPr/>
          <p:nvPr/>
        </p:nvSpPr>
        <p:spPr>
          <a:xfrm>
            <a:off x="3522133" y="2489200"/>
            <a:ext cx="20997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pt:7W0buDOvDTpE"/>
          <p:cNvSpPr/>
          <p:nvPr/>
        </p:nvSpPr>
        <p:spPr>
          <a:xfrm>
            <a:off x="6079067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923C"/>
          </a:solidFill>
          <a:ln/>
        </p:spPr>
      </p:sp>
      <p:sp>
        <p:nvSpPr>
          <p:cNvPr id="13" name="pt:GDsEb5qRos0D"/>
          <p:cNvSpPr/>
          <p:nvPr/>
        </p:nvSpPr>
        <p:spPr>
          <a:xfrm>
            <a:off x="6282267" y="1968500"/>
            <a:ext cx="22013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pt:xJ_03b-AphBd"/>
          <p:cNvSpPr/>
          <p:nvPr/>
        </p:nvSpPr>
        <p:spPr>
          <a:xfrm>
            <a:off x="6282267" y="29337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pt:7au-395ltPAU"/>
          <p:cNvSpPr/>
          <p:nvPr/>
        </p:nvSpPr>
        <p:spPr>
          <a:xfrm>
            <a:off x="6282267" y="34544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16" name="pt:O0-O_R_i_VKn"/>
          <p:cNvSpPr/>
          <p:nvPr/>
        </p:nvSpPr>
        <p:spPr>
          <a:xfrm>
            <a:off x="6282267" y="3670300"/>
            <a:ext cx="2201333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73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14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decel="100000" nodeType="withEffect">
                                  <p:stCondLst>
                                    <p:cond delay="219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decel="100000" nodeType="withEffect">
                                  <p:stCondLst>
                                    <p:cond delay="292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decel="100000" grpId="0" nodeType="withEffect">
                                  <p:stCondLst>
                                    <p:cond delay="36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decel="100000" grpId="0" nodeType="withEffect">
                                  <p:stCondLst>
                                    <p:cond delay="423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decel="100000" grpId="0" nodeType="withEffect">
                                  <p:stCondLst>
                                    <p:cond delay="481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decel="100000" nodeType="withEffect">
                                  <p:stCondLst>
                                    <p:cond delay="43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decel="10000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8" fill="hold" decel="100000" grpId="0" nodeType="withEffect">
                                  <p:stCondLst>
                                    <p:cond delay="583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decel="100000" grpId="0" nodeType="withEffect">
                                  <p:stCondLst>
                                    <p:cond delay="642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decel="100000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bTHTSXirI-_5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e-XlcFzTj_sa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4" name="pt:qgEmZiryzbR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07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F7s24V-dcBpJ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e-OQKnIIK2_c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pt:Y8RVioey0h_m"/>
          <p:cNvSpPr/>
          <p:nvPr/>
        </p:nvSpPr>
        <p:spPr>
          <a:xfrm>
            <a:off x="457200" y="1968500"/>
            <a:ext cx="8229600" cy="508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" name="pt:GQsTJqphuaX9"/>
          <p:cNvSpPr/>
          <p:nvPr/>
        </p:nvSpPr>
        <p:spPr>
          <a:xfrm>
            <a:off x="457200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6" name="pt:XfQPOmAaPHOR"/>
          <p:cNvSpPr/>
          <p:nvPr/>
        </p:nvSpPr>
        <p:spPr>
          <a:xfrm>
            <a:off x="457200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pt:BhsC3K_BA7Dm"/>
          <p:cNvSpPr/>
          <p:nvPr/>
        </p:nvSpPr>
        <p:spPr>
          <a:xfrm>
            <a:off x="457200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pt:y2aJ9GKOmMRI"/>
          <p:cNvSpPr/>
          <p:nvPr/>
        </p:nvSpPr>
        <p:spPr>
          <a:xfrm>
            <a:off x="457200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9" name="pt:zeJ_mXNDfsUO"/>
          <p:cNvSpPr/>
          <p:nvPr/>
        </p:nvSpPr>
        <p:spPr>
          <a:xfrm>
            <a:off x="3268133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0" name="pt:z1iY0T_knKkA"/>
          <p:cNvSpPr/>
          <p:nvPr/>
        </p:nvSpPr>
        <p:spPr>
          <a:xfrm>
            <a:off x="3268133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pt:rT6c77xGbxJi"/>
          <p:cNvSpPr/>
          <p:nvPr/>
        </p:nvSpPr>
        <p:spPr>
          <a:xfrm>
            <a:off x="3268133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2" name="pt:sNxpJ1IeMbvF"/>
          <p:cNvSpPr/>
          <p:nvPr/>
        </p:nvSpPr>
        <p:spPr>
          <a:xfrm>
            <a:off x="3268133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3" name="pt:_JMEQn1XuZVN"/>
          <p:cNvSpPr/>
          <p:nvPr/>
        </p:nvSpPr>
        <p:spPr>
          <a:xfrm>
            <a:off x="6079067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4" name="pt:_-5HN8LwD_te"/>
          <p:cNvSpPr/>
          <p:nvPr/>
        </p:nvSpPr>
        <p:spPr>
          <a:xfrm>
            <a:off x="6079067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pt:pGDG-JHTkE0B"/>
          <p:cNvSpPr/>
          <p:nvPr/>
        </p:nvSpPr>
        <p:spPr>
          <a:xfrm>
            <a:off x="6079067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6" name="pt:7rGk198uyxY2"/>
          <p:cNvSpPr/>
          <p:nvPr/>
        </p:nvSpPr>
        <p:spPr>
          <a:xfrm>
            <a:off x="6079067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88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decel="10000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fill="hold" decel="100000" nodeType="withEffect">
                                  <p:stCondLst>
                                    <p:cond delay="263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decel="10000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decel="100000" nodeType="withEffect">
                                  <p:stCondLst>
                                    <p:cond delay="438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decel="10000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decel="100000" nodeType="withEffect">
                                  <p:stCondLst>
                                    <p:cond delay="613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decel="10000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5Be2OLWZ6CIK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t:5Be2OLWZ6CI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pt:i2iRK93jHNwA"/>
          <p:cNvSpPr/>
          <p:nvPr/>
        </p:nvSpPr>
        <p:spPr>
          <a:xfrm>
            <a:off x="4572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pt:1mat7PrqNGLb"/>
          <p:cNvSpPr/>
          <p:nvPr/>
        </p:nvSpPr>
        <p:spPr>
          <a:xfrm>
            <a:off x="457200" y="3070860"/>
            <a:ext cx="82296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pt:J2WrXwgfwrXx"/>
          <p:cNvSpPr/>
          <p:nvPr/>
        </p:nvSpPr>
        <p:spPr>
          <a:xfrm>
            <a:off x="457200" y="5184140"/>
            <a:ext cx="82296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  <p:transition spd="fast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decel="10000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decel="10000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2026-10-09T15:59:36Z</dcterms:created>
  <dcterms:modified xsi:type="dcterms:W3CDTF">2026-10-09T15:59:36Z</dcterms:modified>
</cp:coreProperties>
</file>