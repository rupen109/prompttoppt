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Personalise the client name before every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Agree the agenda, then ask if anything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client’s own words wherever you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point back to something they said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how little the client has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option you recommend.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 date, not a “let us know”.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decision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38404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8404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57200" y="315468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5" name="Text 1"/>
          <p:cNvSpPr/>
          <p:nvPr/>
        </p:nvSpPr>
        <p:spPr>
          <a:xfrm>
            <a:off x="457200" y="3370580"/>
            <a:ext cx="8229600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faster way to run support at Contoso</a:t>
            </a:r>
            <a:endParaRPr lang="en-US" sz="4200" dirty="0"/>
          </a:p>
        </p:txBody>
      </p:sp>
      <p:sp>
        <p:nvSpPr>
          <p:cNvPr id="6" name="Text 2"/>
          <p:cNvSpPr/>
          <p:nvPr/>
        </p:nvSpPr>
        <p:spPr>
          <a:xfrm>
            <a:off x="457200" y="5339080"/>
            <a:ext cx="82296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451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Proposal prepared for the Contoso leadership team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Today’s conversation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025650"/>
            <a:ext cx="482600" cy="4826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256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117600" y="17907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17600" y="23336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goals and constraints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559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1559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117600" y="29210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can help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17600" y="34639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Solution and fit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286250"/>
            <a:ext cx="482600" cy="4826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2862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117600" y="40513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from similar teams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17600" y="45942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Proof, not promises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4165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54165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117600" y="51816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and timeline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17600" y="57245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Options and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790700"/>
            <a:ext cx="8229600" cy="461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Ticket volume has doubled while the team stayed the same size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Customers wait more than a day for a first reply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spend half their time on repeat questions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 want results within one quarter, without a big migration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3911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help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790700"/>
            <a:ext cx="3911600" cy="461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assistant that answers common questions instantly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Hand-off to your agents with full context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Reporting that shows what is working</a:t>
            </a:r>
            <a:endParaRPr lang="en-US" sz="1600" dirty="0"/>
          </a:p>
        </p:txBody>
      </p:sp>
      <p:pic>
        <p:nvPicPr>
          <p:cNvPr id="7" name="Image 0" descr="Support team at wor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75200" y="457200"/>
            <a:ext cx="3911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first 90 days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635000" y="1943100"/>
            <a:ext cx="1549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35000" y="2514600"/>
            <a:ext cx="1549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5000" y="3213100"/>
            <a:ext cx="15494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 your help desk and knowledge base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54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FBEFE6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943100"/>
            <a:ext cx="1549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43200" y="2514600"/>
            <a:ext cx="1549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2–4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743200" y="3213100"/>
            <a:ext cx="15494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 with one queue and tune answers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736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FBEFE6"/>
          </a:solidFill>
          <a:ln/>
        </p:spPr>
      </p:sp>
      <p:sp>
        <p:nvSpPr>
          <p:cNvPr id="15" name="Text 13"/>
          <p:cNvSpPr/>
          <p:nvPr/>
        </p:nvSpPr>
        <p:spPr>
          <a:xfrm>
            <a:off x="4851400" y="1943100"/>
            <a:ext cx="1549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51400" y="2514600"/>
            <a:ext cx="1549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5–8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51400" y="3213100"/>
            <a:ext cx="15494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Roll out to all queues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818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FBEFE6"/>
          </a:solidFill>
          <a:ln/>
        </p:spPr>
      </p:sp>
      <p:sp>
        <p:nvSpPr>
          <p:cNvPr id="19" name="Text 17"/>
          <p:cNvSpPr/>
          <p:nvPr/>
        </p:nvSpPr>
        <p:spPr>
          <a:xfrm>
            <a:off x="6959600" y="1943100"/>
            <a:ext cx="1549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59600" y="2514600"/>
            <a:ext cx="1549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9–12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959600" y="3213100"/>
            <a:ext cx="15494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 results and plan expansion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teams like yours achieve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660400" y="1917700"/>
            <a:ext cx="21674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45%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660400" y="2997200"/>
            <a:ext cx="21674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Fewer tickets reach an agent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85067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FBEFE6"/>
          </a:solidFill>
          <a:ln/>
        </p:spPr>
      </p:sp>
      <p:sp>
        <p:nvSpPr>
          <p:cNvPr id="10" name="Text 8"/>
          <p:cNvSpPr/>
          <p:nvPr/>
        </p:nvSpPr>
        <p:spPr>
          <a:xfrm>
            <a:off x="3488267" y="1917700"/>
            <a:ext cx="21674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min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3488267" y="2997200"/>
            <a:ext cx="21674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Median first reply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12933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FBEFE6"/>
          </a:solidFill>
          <a:ln/>
        </p:spPr>
      </p:sp>
      <p:sp>
        <p:nvSpPr>
          <p:cNvPr id="13" name="Text 11"/>
          <p:cNvSpPr/>
          <p:nvPr/>
        </p:nvSpPr>
        <p:spPr>
          <a:xfrm>
            <a:off x="6316133" y="1917700"/>
            <a:ext cx="21674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+18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6316133" y="2997200"/>
            <a:ext cx="21674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CSAT points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Fabrikam halved resolution time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660400" y="1968500"/>
            <a:ext cx="22013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50" kern="0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 · FABRIKAM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0400" y="2489200"/>
            <a:ext cx="2201333" cy="372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Fabrikam’s support queue grew faster than its team, and customers waited days for answers.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68133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FBEFE6"/>
          </a:solidFill>
          <a:ln/>
        </p:spPr>
      </p:sp>
      <p:sp>
        <p:nvSpPr>
          <p:cNvPr id="10" name="Text 8"/>
          <p:cNvSpPr/>
          <p:nvPr/>
        </p:nvSpPr>
        <p:spPr>
          <a:xfrm>
            <a:off x="3471333" y="1968500"/>
            <a:ext cx="22013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50" kern="0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APPROACH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1333" y="2489200"/>
            <a:ext cx="2201333" cy="372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Connected the existing help desk in a day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Piloted on the three busiest topics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Trained agents on the hand-off 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79067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C2410C"/>
          </a:solidFill>
          <a:ln/>
        </p:spPr>
      </p:sp>
      <p:sp>
        <p:nvSpPr>
          <p:cNvPr id="13" name="Text 11"/>
          <p:cNvSpPr/>
          <p:nvPr/>
        </p:nvSpPr>
        <p:spPr>
          <a:xfrm>
            <a:off x="6282267" y="1968500"/>
            <a:ext cx="220133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-52%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282267" y="2933700"/>
            <a:ext cx="22013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 to resolution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82267" y="34544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16" name="Text 14"/>
          <p:cNvSpPr/>
          <p:nvPr/>
        </p:nvSpPr>
        <p:spPr>
          <a:xfrm>
            <a:off x="6282267" y="3670300"/>
            <a:ext cx="2201333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Resolution time cut by half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Backlog cleared in six weeks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moved to higher-value work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Options and investment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907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Plan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Starter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Growth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Enterprise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Agents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10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50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Unlimited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Support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Email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Priority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Dedicated manager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Price / month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$1,499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Custom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968500"/>
            <a:ext cx="8229600" cy="508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week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Confirm scope and stakeholders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68133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2" name="Text 10"/>
          <p:cNvSpPr/>
          <p:nvPr/>
        </p:nvSpPr>
        <p:spPr>
          <a:xfrm>
            <a:off x="3268133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68133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week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268133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review and contract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79067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6" name="Text 14"/>
          <p:cNvSpPr/>
          <p:nvPr/>
        </p:nvSpPr>
        <p:spPr>
          <a:xfrm>
            <a:off x="6079067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079067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two weeks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079067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Kick-off and pilot start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Photograph for a sales &amp; proposals presentation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315468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370580"/>
            <a:ext cx="8229600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5339080"/>
            <a:ext cx="82296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451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Questions? alex@example.com · +1 555 0100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Closer</dc:title>
  <dc:subject>PptxGenJS Presentation</dc:subject>
  <dc:creator>PptxGenJS</dc:creator>
  <cp:lastModifiedBy>PptxGenJS</cp:lastModifiedBy>
  <cp:revision>1</cp:revision>
  <dcterms:created xsi:type="dcterms:W3CDTF">2026-10-02T19:04:24Z</dcterms:created>
  <dcterms:modified xsi:type="dcterms:W3CDTF">2026-10-02T19:04:24Z</dcterms:modified>
</cp:coreProperties>
</file>