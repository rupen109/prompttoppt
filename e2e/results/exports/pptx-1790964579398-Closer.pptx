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2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20700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0700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0700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645833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45833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45833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967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70967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70967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520700" y="434975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0700" y="492125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700" y="561975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61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7592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592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546100" y="434975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6100" y="485775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6100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2671233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71233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840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68580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2026-10-02T18:09:39Z</dcterms:created>
  <dcterms:modified xsi:type="dcterms:W3CDTF">2026-10-02T18:09:39Z</dcterms:modified>
</cp:coreProperties>
</file>